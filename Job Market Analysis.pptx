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64" r:id="rId6"/>
    <p:sldId id="263" r:id="rId7"/>
    <p:sldId id="268" r:id="rId8"/>
    <p:sldId id="267" r:id="rId9"/>
    <p:sldId id="266" r:id="rId10"/>
    <p:sldId id="271" r:id="rId11"/>
    <p:sldId id="265" r:id="rId12"/>
    <p:sldId id="270" r:id="rId13"/>
    <p:sldId id="269" r:id="rId14"/>
    <p:sldId id="272" r:id="rId15"/>
    <p:sldId id="274"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FC983-42B5-45D0-B23A-E1F89178FC76}" v="37" dt="2026-01-31T04:17:02.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 Aqdas Ali" userId="b706883f3ed8bbe6" providerId="LiveId" clId="{2A435932-79D9-3241-8F26-79BC945A56A7}"/>
    <pc:docChg chg="custSel mod addSld delSld modSld sldOrd addMainMaster delMainMaster">
      <pc:chgData name="Mir Aqdas Ali" userId="b706883f3ed8bbe6" providerId="LiveId" clId="{2A435932-79D9-3241-8F26-79BC945A56A7}" dt="2026-01-30T11:29:02.032" v="93" actId="20577"/>
      <pc:docMkLst>
        <pc:docMk/>
      </pc:docMkLst>
      <pc:sldChg chg="delSp del mod">
        <pc:chgData name="Mir Aqdas Ali" userId="b706883f3ed8bbe6" providerId="LiveId" clId="{2A435932-79D9-3241-8F26-79BC945A56A7}" dt="2026-01-30T11:22:35.065" v="6" actId="2696"/>
        <pc:sldMkLst>
          <pc:docMk/>
          <pc:sldMk cId="1331302643" sldId="256"/>
        </pc:sldMkLst>
        <pc:spChg chg="del">
          <ac:chgData name="Mir Aqdas Ali" userId="b706883f3ed8bbe6" providerId="LiveId" clId="{2A435932-79D9-3241-8F26-79BC945A56A7}" dt="2026-01-30T11:22:23.725" v="3" actId="478"/>
          <ac:spMkLst>
            <pc:docMk/>
            <pc:sldMk cId="1331302643" sldId="256"/>
            <ac:spMk id="2" creationId="{00E71E53-C65C-4B78-F575-AFDB3ED9E1AE}"/>
          </ac:spMkLst>
        </pc:spChg>
        <pc:spChg chg="del">
          <ac:chgData name="Mir Aqdas Ali" userId="b706883f3ed8bbe6" providerId="LiveId" clId="{2A435932-79D9-3241-8F26-79BC945A56A7}" dt="2026-01-30T11:22:25.051" v="4" actId="478"/>
          <ac:spMkLst>
            <pc:docMk/>
            <pc:sldMk cId="1331302643" sldId="256"/>
            <ac:spMk id="3" creationId="{6477063B-F36B-1DE8-30D3-2ABAAAF23A45}"/>
          </ac:spMkLst>
        </pc:spChg>
      </pc:sldChg>
      <pc:sldChg chg="addSp delSp modSp new del mod ord">
        <pc:chgData name="Mir Aqdas Ali" userId="b706883f3ed8bbe6" providerId="LiveId" clId="{2A435932-79D9-3241-8F26-79BC945A56A7}" dt="2026-01-30T11:28:07.317" v="37" actId="2696"/>
        <pc:sldMkLst>
          <pc:docMk/>
          <pc:sldMk cId="1805879178" sldId="257"/>
        </pc:sldMkLst>
        <pc:spChg chg="del mod">
          <ac:chgData name="Mir Aqdas Ali" userId="b706883f3ed8bbe6" providerId="LiveId" clId="{2A435932-79D9-3241-8F26-79BC945A56A7}" dt="2026-01-30T11:25:03.042" v="11" actId="478"/>
          <ac:spMkLst>
            <pc:docMk/>
            <pc:sldMk cId="1805879178" sldId="257"/>
            <ac:spMk id="2" creationId="{9B13FE17-0184-87CD-1977-2F9F62B45CCE}"/>
          </ac:spMkLst>
        </pc:spChg>
        <pc:spChg chg="mod">
          <ac:chgData name="Mir Aqdas Ali" userId="b706883f3ed8bbe6" providerId="LiveId" clId="{2A435932-79D9-3241-8F26-79BC945A56A7}" dt="2026-01-30T11:24:01.633" v="7" actId="1076"/>
          <ac:spMkLst>
            <pc:docMk/>
            <pc:sldMk cId="1805879178" sldId="257"/>
            <ac:spMk id="3" creationId="{1C158991-CD7E-DE2A-BF48-C906C80A296B}"/>
          </ac:spMkLst>
        </pc:spChg>
        <pc:spChg chg="add mod">
          <ac:chgData name="Mir Aqdas Ali" userId="b706883f3ed8bbe6" providerId="LiveId" clId="{2A435932-79D9-3241-8F26-79BC945A56A7}" dt="2026-01-30T11:26:58.950" v="33" actId="207"/>
          <ac:spMkLst>
            <pc:docMk/>
            <pc:sldMk cId="1805879178" sldId="257"/>
            <ac:spMk id="6" creationId="{CD383DB7-45A4-2FE9-DA5F-8E3B70E914E5}"/>
          </ac:spMkLst>
        </pc:spChg>
        <pc:picChg chg="add">
          <ac:chgData name="Mir Aqdas Ali" userId="b706883f3ed8bbe6" providerId="LiveId" clId="{2A435932-79D9-3241-8F26-79BC945A56A7}" dt="2026-01-30T11:24:19.306" v="8" actId="22"/>
          <ac:picMkLst>
            <pc:docMk/>
            <pc:sldMk cId="1805879178" sldId="257"/>
            <ac:picMk id="5" creationId="{343BF25F-348E-132D-2376-62C62D00C7AB}"/>
          </ac:picMkLst>
        </pc:picChg>
      </pc:sldChg>
      <pc:sldChg chg="modSp add mod">
        <pc:chgData name="Mir Aqdas Ali" userId="b706883f3ed8bbe6" providerId="LiveId" clId="{2A435932-79D9-3241-8F26-79BC945A56A7}" dt="2026-01-30T11:29:02.032" v="93" actId="20577"/>
        <pc:sldMkLst>
          <pc:docMk/>
          <pc:sldMk cId="1950653826" sldId="258"/>
        </pc:sldMkLst>
        <pc:spChg chg="mod">
          <ac:chgData name="Mir Aqdas Ali" userId="b706883f3ed8bbe6" providerId="LiveId" clId="{2A435932-79D9-3241-8F26-79BC945A56A7}" dt="2026-01-30T11:29:02.032" v="93" actId="20577"/>
          <ac:spMkLst>
            <pc:docMk/>
            <pc:sldMk cId="1950653826" sldId="258"/>
            <ac:spMk id="22" creationId="{E52AD4C1-BAA8-B2D9-08F3-AD66B4EC053E}"/>
          </ac:spMkLst>
        </pc:spChg>
      </pc:sldChg>
      <pc:sldChg chg="add">
        <pc:chgData name="Mir Aqdas Ali" userId="b706883f3ed8bbe6" providerId="LiveId" clId="{2A435932-79D9-3241-8F26-79BC945A56A7}" dt="2026-01-30T11:22:04.164" v="2" actId="26606"/>
        <pc:sldMkLst>
          <pc:docMk/>
          <pc:sldMk cId="1055000946" sldId="259"/>
        </pc:sldMkLst>
      </pc:sldChg>
      <pc:sldChg chg="new del">
        <pc:chgData name="Mir Aqdas Ali" userId="b706883f3ed8bbe6" providerId="LiveId" clId="{2A435932-79D9-3241-8F26-79BC945A56A7}" dt="2026-01-30T11:28:07.317" v="37" actId="2696"/>
        <pc:sldMkLst>
          <pc:docMk/>
          <pc:sldMk cId="4212487073" sldId="259"/>
        </pc:sldMkLst>
      </pc:sldChg>
      <pc:sldChg chg="add">
        <pc:chgData name="Mir Aqdas Ali" userId="b706883f3ed8bbe6" providerId="LiveId" clId="{2A435932-79D9-3241-8F26-79BC945A56A7}" dt="2026-01-30T11:27:53.632" v="35" actId="22"/>
        <pc:sldMkLst>
          <pc:docMk/>
          <pc:sldMk cId="3138773382" sldId="260"/>
        </pc:sldMkLst>
      </pc:sldChg>
      <pc:sldChg chg="delSp add mod">
        <pc:chgData name="Mir Aqdas Ali" userId="b706883f3ed8bbe6" providerId="LiveId" clId="{2A435932-79D9-3241-8F26-79BC945A56A7}" dt="2026-01-30T11:28:18.347" v="39" actId="478"/>
        <pc:sldMkLst>
          <pc:docMk/>
          <pc:sldMk cId="1502419556" sldId="261"/>
        </pc:sldMkLst>
        <pc:spChg chg="del">
          <ac:chgData name="Mir Aqdas Ali" userId="b706883f3ed8bbe6" providerId="LiveId" clId="{2A435932-79D9-3241-8F26-79BC945A56A7}" dt="2026-01-30T11:28:18.347" v="39" actId="478"/>
          <ac:spMkLst>
            <pc:docMk/>
            <pc:sldMk cId="1502419556" sldId="261"/>
            <ac:spMk id="9" creationId="{5F7DB106-D2EB-5BB7-27C2-FA3B8FC5BCE6}"/>
          </ac:spMkLst>
        </pc:spChg>
      </pc:sldChg>
      <pc:sldChg chg="add">
        <pc:chgData name="Mir Aqdas Ali" userId="b706883f3ed8bbe6" providerId="LiveId" clId="{2A435932-79D9-3241-8F26-79BC945A56A7}" dt="2026-01-30T11:22:04.164" v="2" actId="26606"/>
        <pc:sldMkLst>
          <pc:docMk/>
          <pc:sldMk cId="448543693" sldId="272"/>
        </pc:sldMkLst>
      </pc:sldChg>
      <pc:sldMasterChg chg="del delSldLayout">
        <pc:chgData name="Mir Aqdas Ali" userId="b706883f3ed8bbe6" providerId="LiveId" clId="{2A435932-79D9-3241-8F26-79BC945A56A7}" dt="2026-01-30T11:22:04.164" v="2" actId="26606"/>
        <pc:sldMasterMkLst>
          <pc:docMk/>
          <pc:sldMasterMk cId="1429347349" sldId="2147483648"/>
        </pc:sldMasterMkLst>
        <pc:sldLayoutChg chg="del">
          <pc:chgData name="Mir Aqdas Ali" userId="b706883f3ed8bbe6" providerId="LiveId" clId="{2A435932-79D9-3241-8F26-79BC945A56A7}" dt="2026-01-30T11:22:04.164" v="2" actId="26606"/>
          <pc:sldLayoutMkLst>
            <pc:docMk/>
            <pc:sldMasterMk cId="1429347349" sldId="2147483648"/>
            <pc:sldLayoutMk cId="2515837235" sldId="2147483649"/>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661775200" sldId="2147483650"/>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2745483756" sldId="2147483651"/>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3308635814" sldId="2147483652"/>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3203488627" sldId="2147483653"/>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2316049356" sldId="2147483654"/>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3965673966" sldId="2147483655"/>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3170888617" sldId="2147483656"/>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679247725" sldId="2147483657"/>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3475341007" sldId="2147483658"/>
          </pc:sldLayoutMkLst>
        </pc:sldLayoutChg>
        <pc:sldLayoutChg chg="del">
          <pc:chgData name="Mir Aqdas Ali" userId="b706883f3ed8bbe6" providerId="LiveId" clId="{2A435932-79D9-3241-8F26-79BC945A56A7}" dt="2026-01-30T11:22:04.164" v="2" actId="26606"/>
          <pc:sldLayoutMkLst>
            <pc:docMk/>
            <pc:sldMasterMk cId="1429347349" sldId="2147483648"/>
            <pc:sldLayoutMk cId="4705361" sldId="2147483659"/>
          </pc:sldLayoutMkLst>
        </pc:sldLayoutChg>
      </pc:sldMasterChg>
      <pc:sldMasterChg chg="add addSldLayout">
        <pc:chgData name="Mir Aqdas Ali" userId="b706883f3ed8bbe6" providerId="LiveId" clId="{2A435932-79D9-3241-8F26-79BC945A56A7}" dt="2026-01-30T11:22:04.164" v="2" actId="26606"/>
        <pc:sldMasterMkLst>
          <pc:docMk/>
          <pc:sldMasterMk cId="3092542640" sldId="2147483660"/>
        </pc:sldMasterMkLst>
        <pc:sldLayoutChg chg="add">
          <pc:chgData name="Mir Aqdas Ali" userId="b706883f3ed8bbe6" providerId="LiveId" clId="{2A435932-79D9-3241-8F26-79BC945A56A7}" dt="2026-01-30T11:22:04.164" v="2" actId="26606"/>
          <pc:sldLayoutMkLst>
            <pc:docMk/>
            <pc:sldMasterMk cId="3092542640" sldId="2147483660"/>
            <pc:sldLayoutMk cId="180588799" sldId="2147483661"/>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996472891" sldId="2147483662"/>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189062167" sldId="2147483663"/>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55318380" sldId="2147483664"/>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812042953" sldId="2147483665"/>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358846347" sldId="2147483666"/>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08106400" sldId="2147483667"/>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1969100996" sldId="2147483668"/>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837244347" sldId="2147483669"/>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3134156516" sldId="2147483670"/>
          </pc:sldLayoutMkLst>
        </pc:sldLayoutChg>
        <pc:sldLayoutChg chg="add">
          <pc:chgData name="Mir Aqdas Ali" userId="b706883f3ed8bbe6" providerId="LiveId" clId="{2A435932-79D9-3241-8F26-79BC945A56A7}" dt="2026-01-30T11:22:04.164" v="2" actId="26606"/>
          <pc:sldLayoutMkLst>
            <pc:docMk/>
            <pc:sldMasterMk cId="3092542640" sldId="2147483660"/>
            <pc:sldLayoutMk cId="3901559580" sldId="2147483671"/>
          </pc:sldLayoutMkLst>
        </pc:sldLayoutChg>
      </pc:sldMasterChg>
    </pc:docChg>
  </pc:docChgLst>
  <pc:docChgLst>
    <pc:chgData name="Mir Aqdas Ali" userId="b706883f3ed8bbe6" providerId="LiveId" clId="{350D9B09-337A-48B1-94DA-D23FC74A92D3}"/>
    <pc:docChg chg="undo custSel addSld modSld sldOrd">
      <pc:chgData name="Mir Aqdas Ali" userId="b706883f3ed8bbe6" providerId="LiveId" clId="{350D9B09-337A-48B1-94DA-D23FC74A92D3}" dt="2026-01-31T04:17:52.122" v="2949"/>
      <pc:docMkLst>
        <pc:docMk/>
      </pc:docMkLst>
      <pc:sldChg chg="addSp modSp mod">
        <pc:chgData name="Mir Aqdas Ali" userId="b706883f3ed8bbe6" providerId="LiveId" clId="{350D9B09-337A-48B1-94DA-D23FC74A92D3}" dt="2026-01-31T04:17:52.122" v="2949"/>
        <pc:sldMkLst>
          <pc:docMk/>
          <pc:sldMk cId="1950653826" sldId="258"/>
        </pc:sldMkLst>
        <pc:spChg chg="add mod">
          <ac:chgData name="Mir Aqdas Ali" userId="b706883f3ed8bbe6" providerId="LiveId" clId="{350D9B09-337A-48B1-94DA-D23FC74A92D3}" dt="2026-01-31T04:17:52.122" v="2949"/>
          <ac:spMkLst>
            <pc:docMk/>
            <pc:sldMk cId="1950653826" sldId="258"/>
            <ac:spMk id="2" creationId="{A5FB23F5-DF37-021A-1AAC-C660BF4A23C2}"/>
          </ac:spMkLst>
        </pc:spChg>
        <pc:spChg chg="mod">
          <ac:chgData name="Mir Aqdas Ali" userId="b706883f3ed8bbe6" providerId="LiveId" clId="{350D9B09-337A-48B1-94DA-D23FC74A92D3}" dt="2026-01-31T04:17:17.821" v="2948" actId="113"/>
          <ac:spMkLst>
            <pc:docMk/>
            <pc:sldMk cId="1950653826" sldId="258"/>
            <ac:spMk id="22" creationId="{E52AD4C1-BAA8-B2D9-08F3-AD66B4EC053E}"/>
          </ac:spMkLst>
        </pc:spChg>
      </pc:sldChg>
      <pc:sldChg chg="addSp delSp modSp mod">
        <pc:chgData name="Mir Aqdas Ali" userId="b706883f3ed8bbe6" providerId="LiveId" clId="{350D9B09-337A-48B1-94DA-D23FC74A92D3}" dt="2026-01-31T00:16:51.455" v="4" actId="1076"/>
        <pc:sldMkLst>
          <pc:docMk/>
          <pc:sldMk cId="3138773382" sldId="260"/>
        </pc:sldMkLst>
        <pc:picChg chg="add mod">
          <ac:chgData name="Mir Aqdas Ali" userId="b706883f3ed8bbe6" providerId="LiveId" clId="{350D9B09-337A-48B1-94DA-D23FC74A92D3}" dt="2026-01-31T00:16:51.455" v="4" actId="1076"/>
          <ac:picMkLst>
            <pc:docMk/>
            <pc:sldMk cId="3138773382" sldId="260"/>
            <ac:picMk id="2" creationId="{BBDD1D0B-47C8-DC90-20B6-3E3A907D7D50}"/>
          </ac:picMkLst>
        </pc:picChg>
        <pc:picChg chg="del">
          <ac:chgData name="Mir Aqdas Ali" userId="b706883f3ed8bbe6" providerId="LiveId" clId="{350D9B09-337A-48B1-94DA-D23FC74A92D3}" dt="2026-01-31T00:16:48.049" v="3" actId="478"/>
          <ac:picMkLst>
            <pc:docMk/>
            <pc:sldMk cId="3138773382" sldId="260"/>
            <ac:picMk id="4" creationId="{052F1A7F-39D3-3A15-FB73-7973D53CFE4A}"/>
          </ac:picMkLst>
        </pc:picChg>
      </pc:sldChg>
      <pc:sldChg chg="addSp delSp modSp mod">
        <pc:chgData name="Mir Aqdas Ali" userId="b706883f3ed8bbe6" providerId="LiveId" clId="{350D9B09-337A-48B1-94DA-D23FC74A92D3}" dt="2026-01-31T01:01:45.399" v="1894" actId="403"/>
        <pc:sldMkLst>
          <pc:docMk/>
          <pc:sldMk cId="1502419556" sldId="261"/>
        </pc:sldMkLst>
        <pc:spChg chg="add mod">
          <ac:chgData name="Mir Aqdas Ali" userId="b706883f3ed8bbe6" providerId="LiveId" clId="{350D9B09-337A-48B1-94DA-D23FC74A92D3}" dt="2026-01-31T01:01:45.399" v="1894" actId="403"/>
          <ac:spMkLst>
            <pc:docMk/>
            <pc:sldMk cId="1502419556" sldId="261"/>
            <ac:spMk id="5" creationId="{9923D2BB-17F4-FE5B-2B19-9210B4097C6A}"/>
          </ac:spMkLst>
        </pc:spChg>
        <pc:picChg chg="add mod">
          <ac:chgData name="Mir Aqdas Ali" userId="b706883f3ed8bbe6" providerId="LiveId" clId="{350D9B09-337A-48B1-94DA-D23FC74A92D3}" dt="2026-01-31T00:16:58.192" v="7" actId="1076"/>
          <ac:picMkLst>
            <pc:docMk/>
            <pc:sldMk cId="1502419556" sldId="261"/>
            <ac:picMk id="2" creationId="{1744C1F6-1FBD-472B-D38D-934850CFD3C7}"/>
          </ac:picMkLst>
        </pc:picChg>
        <pc:picChg chg="del">
          <ac:chgData name="Mir Aqdas Ali" userId="b706883f3ed8bbe6" providerId="LiveId" clId="{350D9B09-337A-48B1-94DA-D23FC74A92D3}" dt="2026-01-31T00:16:54.670" v="5" actId="478"/>
          <ac:picMkLst>
            <pc:docMk/>
            <pc:sldMk cId="1502419556" sldId="261"/>
            <ac:picMk id="4" creationId="{052F1A7F-39D3-3A15-FB73-7973D53CFE4A}"/>
          </ac:picMkLst>
        </pc:picChg>
      </pc:sldChg>
      <pc:sldChg chg="addSp modSp add mod">
        <pc:chgData name="Mir Aqdas Ali" userId="b706883f3ed8bbe6" providerId="LiveId" clId="{350D9B09-337A-48B1-94DA-D23FC74A92D3}" dt="2026-01-31T01:01:18.824" v="1889" actId="207"/>
        <pc:sldMkLst>
          <pc:docMk/>
          <pc:sldMk cId="4069081575" sldId="262"/>
        </pc:sldMkLst>
        <pc:spChg chg="add mod">
          <ac:chgData name="Mir Aqdas Ali" userId="b706883f3ed8bbe6" providerId="LiveId" clId="{350D9B09-337A-48B1-94DA-D23FC74A92D3}" dt="2026-01-31T01:01:16.247" v="1888" actId="207"/>
          <ac:spMkLst>
            <pc:docMk/>
            <pc:sldMk cId="4069081575" sldId="262"/>
            <ac:spMk id="4" creationId="{E43FC054-F9C7-FE88-FA43-45AA1BDF1DB1}"/>
          </ac:spMkLst>
        </pc:spChg>
        <pc:spChg chg="add mod">
          <ac:chgData name="Mir Aqdas Ali" userId="b706883f3ed8bbe6" providerId="LiveId" clId="{350D9B09-337A-48B1-94DA-D23FC74A92D3}" dt="2026-01-31T01:01:18.824" v="1889" actId="207"/>
          <ac:spMkLst>
            <pc:docMk/>
            <pc:sldMk cId="4069081575" sldId="262"/>
            <ac:spMk id="6" creationId="{0FB23738-8DFF-3BB5-D3DE-B48568CB5ADA}"/>
          </ac:spMkLst>
        </pc:spChg>
      </pc:sldChg>
      <pc:sldChg chg="addSp delSp modSp add mod">
        <pc:chgData name="Mir Aqdas Ali" userId="b706883f3ed8bbe6" providerId="LiveId" clId="{350D9B09-337A-48B1-94DA-D23FC74A92D3}" dt="2026-01-31T01:02:34.372" v="1902" actId="20577"/>
        <pc:sldMkLst>
          <pc:docMk/>
          <pc:sldMk cId="3797225133" sldId="263"/>
        </pc:sldMkLst>
        <pc:spChg chg="add mod">
          <ac:chgData name="Mir Aqdas Ali" userId="b706883f3ed8bbe6" providerId="LiveId" clId="{350D9B09-337A-48B1-94DA-D23FC74A92D3}" dt="2026-01-31T01:02:34.372" v="1902" actId="20577"/>
          <ac:spMkLst>
            <pc:docMk/>
            <pc:sldMk cId="3797225133" sldId="263"/>
            <ac:spMk id="4" creationId="{C33FF3A0-5284-B42F-7DF6-77A27F208962}"/>
          </ac:spMkLst>
        </pc:spChg>
        <pc:spChg chg="add mod">
          <ac:chgData name="Mir Aqdas Ali" userId="b706883f3ed8bbe6" providerId="LiveId" clId="{350D9B09-337A-48B1-94DA-D23FC74A92D3}" dt="2026-01-31T01:02:20.592" v="1899" actId="1076"/>
          <ac:spMkLst>
            <pc:docMk/>
            <pc:sldMk cId="3797225133" sldId="263"/>
            <ac:spMk id="10" creationId="{DC7544AD-7E79-B634-2839-E0F2E59996A5}"/>
          </ac:spMkLst>
        </pc:spChg>
        <pc:picChg chg="add mod">
          <ac:chgData name="Mir Aqdas Ali" userId="b706883f3ed8bbe6" providerId="LiveId" clId="{350D9B09-337A-48B1-94DA-D23FC74A92D3}" dt="2026-01-31T01:02:22.952" v="1900" actId="1076"/>
          <ac:picMkLst>
            <pc:docMk/>
            <pc:sldMk cId="3797225133" sldId="263"/>
            <ac:picMk id="6" creationId="{A51CB713-CBF0-CEA4-58A9-A5EEA6F393BF}"/>
          </ac:picMkLst>
        </pc:picChg>
        <pc:picChg chg="add del">
          <ac:chgData name="Mir Aqdas Ali" userId="b706883f3ed8bbe6" providerId="LiveId" clId="{350D9B09-337A-48B1-94DA-D23FC74A92D3}" dt="2026-01-31T00:42:42.343" v="89" actId="478"/>
          <ac:picMkLst>
            <pc:docMk/>
            <pc:sldMk cId="3797225133" sldId="263"/>
            <ac:picMk id="8" creationId="{7EC70C57-8D01-A2E0-0A78-80B6EA185CEC}"/>
          </ac:picMkLst>
        </pc:picChg>
      </pc:sldChg>
      <pc:sldChg chg="addSp modSp add mod">
        <pc:chgData name="Mir Aqdas Ali" userId="b706883f3ed8bbe6" providerId="LiveId" clId="{350D9B09-337A-48B1-94DA-D23FC74A92D3}" dt="2026-01-31T01:45:22.097" v="2924" actId="1076"/>
        <pc:sldMkLst>
          <pc:docMk/>
          <pc:sldMk cId="306317319" sldId="264"/>
        </pc:sldMkLst>
        <pc:spChg chg="add mod">
          <ac:chgData name="Mir Aqdas Ali" userId="b706883f3ed8bbe6" providerId="LiveId" clId="{350D9B09-337A-48B1-94DA-D23FC74A92D3}" dt="2026-01-31T01:43:52.962" v="2906" actId="1076"/>
          <ac:spMkLst>
            <pc:docMk/>
            <pc:sldMk cId="306317319" sldId="264"/>
            <ac:spMk id="4" creationId="{A82E455D-AFA4-FC99-0D3C-EE7177B2570D}"/>
          </ac:spMkLst>
        </pc:spChg>
        <pc:picChg chg="add mod">
          <ac:chgData name="Mir Aqdas Ali" userId="b706883f3ed8bbe6" providerId="LiveId" clId="{350D9B09-337A-48B1-94DA-D23FC74A92D3}" dt="2026-01-31T01:45:22.097" v="2924" actId="1076"/>
          <ac:picMkLst>
            <pc:docMk/>
            <pc:sldMk cId="306317319" sldId="264"/>
            <ac:picMk id="6" creationId="{5BDE7D99-1981-5469-2CF9-60D3AD66CC9C}"/>
          </ac:picMkLst>
        </pc:picChg>
      </pc:sldChg>
      <pc:sldChg chg="addSp modSp add mod">
        <pc:chgData name="Mir Aqdas Ali" userId="b706883f3ed8bbe6" providerId="LiveId" clId="{350D9B09-337A-48B1-94DA-D23FC74A92D3}" dt="2026-01-31T01:47:08.721" v="2942" actId="14100"/>
        <pc:sldMkLst>
          <pc:docMk/>
          <pc:sldMk cId="1413203760" sldId="265"/>
        </pc:sldMkLst>
        <pc:spChg chg="add mod">
          <ac:chgData name="Mir Aqdas Ali" userId="b706883f3ed8bbe6" providerId="LiveId" clId="{350D9B09-337A-48B1-94DA-D23FC74A92D3}" dt="2026-01-31T01:29:05.903" v="2501" actId="20577"/>
          <ac:spMkLst>
            <pc:docMk/>
            <pc:sldMk cId="1413203760" sldId="265"/>
            <ac:spMk id="5" creationId="{BC2C1F68-1CD4-3165-BB04-8057F76F8B36}"/>
          </ac:spMkLst>
        </pc:spChg>
        <pc:picChg chg="add mod">
          <ac:chgData name="Mir Aqdas Ali" userId="b706883f3ed8bbe6" providerId="LiveId" clId="{350D9B09-337A-48B1-94DA-D23FC74A92D3}" dt="2026-01-31T01:47:05.448" v="2941" actId="1076"/>
          <ac:picMkLst>
            <pc:docMk/>
            <pc:sldMk cId="1413203760" sldId="265"/>
            <ac:picMk id="4" creationId="{1D72440E-29EA-E9BE-EEC9-B7126AB10CE4}"/>
          </ac:picMkLst>
        </pc:picChg>
        <pc:picChg chg="add mod">
          <ac:chgData name="Mir Aqdas Ali" userId="b706883f3ed8bbe6" providerId="LiveId" clId="{350D9B09-337A-48B1-94DA-D23FC74A92D3}" dt="2026-01-31T01:47:08.721" v="2942" actId="14100"/>
          <ac:picMkLst>
            <pc:docMk/>
            <pc:sldMk cId="1413203760" sldId="265"/>
            <ac:picMk id="7" creationId="{5373DAD7-2DCA-F17A-BF26-85F6EF7C1554}"/>
          </ac:picMkLst>
        </pc:picChg>
        <pc:picChg chg="add mod">
          <ac:chgData name="Mir Aqdas Ali" userId="b706883f3ed8bbe6" providerId="LiveId" clId="{350D9B09-337A-48B1-94DA-D23FC74A92D3}" dt="2026-01-31T01:47:01.849" v="2939" actId="1076"/>
          <ac:picMkLst>
            <pc:docMk/>
            <pc:sldMk cId="1413203760" sldId="265"/>
            <ac:picMk id="10" creationId="{361EAE77-EF45-6989-FC63-F3F9435642C5}"/>
          </ac:picMkLst>
        </pc:picChg>
      </pc:sldChg>
      <pc:sldChg chg="addSp modSp add mod">
        <pc:chgData name="Mir Aqdas Ali" userId="b706883f3ed8bbe6" providerId="LiveId" clId="{350D9B09-337A-48B1-94DA-D23FC74A92D3}" dt="2026-01-31T01:03:03.886" v="1907" actId="113"/>
        <pc:sldMkLst>
          <pc:docMk/>
          <pc:sldMk cId="4130510173" sldId="266"/>
        </pc:sldMkLst>
        <pc:spChg chg="add mod">
          <ac:chgData name="Mir Aqdas Ali" userId="b706883f3ed8bbe6" providerId="LiveId" clId="{350D9B09-337A-48B1-94DA-D23FC74A92D3}" dt="2026-01-31T01:03:03.886" v="1907" actId="113"/>
          <ac:spMkLst>
            <pc:docMk/>
            <pc:sldMk cId="4130510173" sldId="266"/>
            <ac:spMk id="5" creationId="{E00F41E0-5A62-B633-82DB-E9918FD54A25}"/>
          </ac:spMkLst>
        </pc:spChg>
        <pc:picChg chg="add mod">
          <ac:chgData name="Mir Aqdas Ali" userId="b706883f3ed8bbe6" providerId="LiveId" clId="{350D9B09-337A-48B1-94DA-D23FC74A92D3}" dt="2026-01-31T00:59:58.511" v="1867" actId="1076"/>
          <ac:picMkLst>
            <pc:docMk/>
            <pc:sldMk cId="4130510173" sldId="266"/>
            <ac:picMk id="4" creationId="{B1E9EB9D-2E76-EABA-48F3-B021EC63293E}"/>
          </ac:picMkLst>
        </pc:picChg>
      </pc:sldChg>
      <pc:sldChg chg="addSp modSp add mod">
        <pc:chgData name="Mir Aqdas Ali" userId="b706883f3ed8bbe6" providerId="LiveId" clId="{350D9B09-337A-48B1-94DA-D23FC74A92D3}" dt="2026-01-31T01:02:57.363" v="1905" actId="12"/>
        <pc:sldMkLst>
          <pc:docMk/>
          <pc:sldMk cId="3576164277" sldId="267"/>
        </pc:sldMkLst>
        <pc:spChg chg="add mod">
          <ac:chgData name="Mir Aqdas Ali" userId="b706883f3ed8bbe6" providerId="LiveId" clId="{350D9B09-337A-48B1-94DA-D23FC74A92D3}" dt="2026-01-31T01:02:48.556" v="1904" actId="207"/>
          <ac:spMkLst>
            <pc:docMk/>
            <pc:sldMk cId="3576164277" sldId="267"/>
            <ac:spMk id="5" creationId="{F63116BF-F704-2694-4F27-1ADBB84FE47F}"/>
          </ac:spMkLst>
        </pc:spChg>
        <pc:spChg chg="add mod">
          <ac:chgData name="Mir Aqdas Ali" userId="b706883f3ed8bbe6" providerId="LiveId" clId="{350D9B09-337A-48B1-94DA-D23FC74A92D3}" dt="2026-01-31T01:02:57.363" v="1905" actId="12"/>
          <ac:spMkLst>
            <pc:docMk/>
            <pc:sldMk cId="3576164277" sldId="267"/>
            <ac:spMk id="8" creationId="{5E3781EA-BA5A-B49B-46F9-D281E5DC899B}"/>
          </ac:spMkLst>
        </pc:spChg>
        <pc:picChg chg="add mod">
          <ac:chgData name="Mir Aqdas Ali" userId="b706883f3ed8bbe6" providerId="LiveId" clId="{350D9B09-337A-48B1-94DA-D23FC74A92D3}" dt="2026-01-31T00:51:45.389" v="505" actId="1076"/>
          <ac:picMkLst>
            <pc:docMk/>
            <pc:sldMk cId="3576164277" sldId="267"/>
            <ac:picMk id="4" creationId="{5844F28A-45BF-C306-F9B3-BBD17901A24D}"/>
          </ac:picMkLst>
        </pc:picChg>
        <pc:picChg chg="add mod">
          <ac:chgData name="Mir Aqdas Ali" userId="b706883f3ed8bbe6" providerId="LiveId" clId="{350D9B09-337A-48B1-94DA-D23FC74A92D3}" dt="2026-01-31T00:53:45.135" v="773" actId="1076"/>
          <ac:picMkLst>
            <pc:docMk/>
            <pc:sldMk cId="3576164277" sldId="267"/>
            <ac:picMk id="7" creationId="{3B4DA90D-6EBA-4BED-221E-EB51BA4697FF}"/>
          </ac:picMkLst>
        </pc:picChg>
      </pc:sldChg>
      <pc:sldChg chg="addSp modSp add mod">
        <pc:chgData name="Mir Aqdas Ali" userId="b706883f3ed8bbe6" providerId="LiveId" clId="{350D9B09-337A-48B1-94DA-D23FC74A92D3}" dt="2026-01-31T01:02:44.931" v="1903" actId="207"/>
        <pc:sldMkLst>
          <pc:docMk/>
          <pc:sldMk cId="167710012" sldId="268"/>
        </pc:sldMkLst>
        <pc:spChg chg="add mod">
          <ac:chgData name="Mir Aqdas Ali" userId="b706883f3ed8bbe6" providerId="LiveId" clId="{350D9B09-337A-48B1-94DA-D23FC74A92D3}" dt="2026-01-31T01:02:44.931" v="1903" actId="207"/>
          <ac:spMkLst>
            <pc:docMk/>
            <pc:sldMk cId="167710012" sldId="268"/>
            <ac:spMk id="5" creationId="{6244C75F-1C0E-314D-140B-FB780F1CB8C4}"/>
          </ac:spMkLst>
        </pc:spChg>
        <pc:spChg chg="add mod">
          <ac:chgData name="Mir Aqdas Ali" userId="b706883f3ed8bbe6" providerId="LiveId" clId="{350D9B09-337A-48B1-94DA-D23FC74A92D3}" dt="2026-01-31T01:01:06.636" v="1887" actId="12"/>
          <ac:spMkLst>
            <pc:docMk/>
            <pc:sldMk cId="167710012" sldId="268"/>
            <ac:spMk id="8" creationId="{BF9DA861-CD0A-8151-493E-7AB0BACA4E1B}"/>
          </ac:spMkLst>
        </pc:spChg>
        <pc:picChg chg="add mod">
          <ac:chgData name="Mir Aqdas Ali" userId="b706883f3ed8bbe6" providerId="LiveId" clId="{350D9B09-337A-48B1-94DA-D23FC74A92D3}" dt="2026-01-31T00:46:38.623" v="269" actId="1076"/>
          <ac:picMkLst>
            <pc:docMk/>
            <pc:sldMk cId="167710012" sldId="268"/>
            <ac:picMk id="4" creationId="{A454BA97-B9B4-A3C3-90C8-518BC6DEE2BF}"/>
          </ac:picMkLst>
        </pc:picChg>
        <pc:picChg chg="add mod modCrop">
          <ac:chgData name="Mir Aqdas Ali" userId="b706883f3ed8bbe6" providerId="LiveId" clId="{350D9B09-337A-48B1-94DA-D23FC74A92D3}" dt="2026-01-31T00:46:49.768" v="270" actId="732"/>
          <ac:picMkLst>
            <pc:docMk/>
            <pc:sldMk cId="167710012" sldId="268"/>
            <ac:picMk id="7" creationId="{FDC4B06C-4615-7419-5BE3-FCEF021AA949}"/>
          </ac:picMkLst>
        </pc:picChg>
      </pc:sldChg>
      <pc:sldChg chg="addSp modSp add mod">
        <pc:chgData name="Mir Aqdas Ali" userId="b706883f3ed8bbe6" providerId="LiveId" clId="{350D9B09-337A-48B1-94DA-D23FC74A92D3}" dt="2026-01-31T01:36:16.992" v="2798" actId="1076"/>
        <pc:sldMkLst>
          <pc:docMk/>
          <pc:sldMk cId="3790115423" sldId="269"/>
        </pc:sldMkLst>
        <pc:spChg chg="add mod">
          <ac:chgData name="Mir Aqdas Ali" userId="b706883f3ed8bbe6" providerId="LiveId" clId="{350D9B09-337A-48B1-94DA-D23FC74A92D3}" dt="2026-01-31T01:36:16.992" v="2798" actId="1076"/>
          <ac:spMkLst>
            <pc:docMk/>
            <pc:sldMk cId="3790115423" sldId="269"/>
            <ac:spMk id="5" creationId="{18990C3C-EFD6-60BA-7F41-02EB5F989A9E}"/>
          </ac:spMkLst>
        </pc:spChg>
        <pc:spChg chg="add mod">
          <ac:chgData name="Mir Aqdas Ali" userId="b706883f3ed8bbe6" providerId="LiveId" clId="{350D9B09-337A-48B1-94DA-D23FC74A92D3}" dt="2026-01-31T01:36:13.608" v="2797" actId="1076"/>
          <ac:spMkLst>
            <pc:docMk/>
            <pc:sldMk cId="3790115423" sldId="269"/>
            <ac:spMk id="7" creationId="{61B0866A-A903-29C5-44BA-622986120526}"/>
          </ac:spMkLst>
        </pc:spChg>
        <pc:spChg chg="add mod">
          <ac:chgData name="Mir Aqdas Ali" userId="b706883f3ed8bbe6" providerId="LiveId" clId="{350D9B09-337A-48B1-94DA-D23FC74A92D3}" dt="2026-01-31T01:36:01.186" v="2794" actId="14100"/>
          <ac:spMkLst>
            <pc:docMk/>
            <pc:sldMk cId="3790115423" sldId="269"/>
            <ac:spMk id="9" creationId="{17AFEE97-6FBD-1814-9FA2-C242BAB3C22A}"/>
          </ac:spMkLst>
        </pc:spChg>
        <pc:picChg chg="add mod">
          <ac:chgData name="Mir Aqdas Ali" userId="b706883f3ed8bbe6" providerId="LiveId" clId="{350D9B09-337A-48B1-94DA-D23FC74A92D3}" dt="2026-01-31T01:36:06.152" v="2795" actId="1076"/>
          <ac:picMkLst>
            <pc:docMk/>
            <pc:sldMk cId="3790115423" sldId="269"/>
            <ac:picMk id="4" creationId="{5A8D15EB-0767-88A2-4DD0-F4C5660DF398}"/>
          </ac:picMkLst>
        </pc:picChg>
      </pc:sldChg>
      <pc:sldChg chg="addSp modSp add mod">
        <pc:chgData name="Mir Aqdas Ali" userId="b706883f3ed8bbe6" providerId="LiveId" clId="{350D9B09-337A-48B1-94DA-D23FC74A92D3}" dt="2026-01-31T01:32:59.204" v="2756" actId="403"/>
        <pc:sldMkLst>
          <pc:docMk/>
          <pc:sldMk cId="1193863503" sldId="270"/>
        </pc:sldMkLst>
        <pc:spChg chg="add mod">
          <ac:chgData name="Mir Aqdas Ali" userId="b706883f3ed8bbe6" providerId="LiveId" clId="{350D9B09-337A-48B1-94DA-D23FC74A92D3}" dt="2026-01-31T01:30:01.057" v="2531" actId="1076"/>
          <ac:spMkLst>
            <pc:docMk/>
            <pc:sldMk cId="1193863503" sldId="270"/>
            <ac:spMk id="3" creationId="{09029416-566B-2CAF-DC74-6A5165067C0D}"/>
          </ac:spMkLst>
        </pc:spChg>
        <pc:spChg chg="add mod">
          <ac:chgData name="Mir Aqdas Ali" userId="b706883f3ed8bbe6" providerId="LiveId" clId="{350D9B09-337A-48B1-94DA-D23FC74A92D3}" dt="2026-01-31T01:32:59.204" v="2756" actId="403"/>
          <ac:spMkLst>
            <pc:docMk/>
            <pc:sldMk cId="1193863503" sldId="270"/>
            <ac:spMk id="8" creationId="{59D75F0E-8CE7-7CE8-4311-6C17C50D9D9E}"/>
          </ac:spMkLst>
        </pc:spChg>
        <pc:picChg chg="add mod">
          <ac:chgData name="Mir Aqdas Ali" userId="b706883f3ed8bbe6" providerId="LiveId" clId="{350D9B09-337A-48B1-94DA-D23FC74A92D3}" dt="2026-01-31T01:30:05.153" v="2533" actId="1076"/>
          <ac:picMkLst>
            <pc:docMk/>
            <pc:sldMk cId="1193863503" sldId="270"/>
            <ac:picMk id="5" creationId="{BC91A2F8-23B6-C119-E601-7E6319630C83}"/>
          </ac:picMkLst>
        </pc:picChg>
        <pc:picChg chg="add mod modCrop">
          <ac:chgData name="Mir Aqdas Ali" userId="b706883f3ed8bbe6" providerId="LiveId" clId="{350D9B09-337A-48B1-94DA-D23FC74A92D3}" dt="2026-01-31T01:30:39.136" v="2537" actId="732"/>
          <ac:picMkLst>
            <pc:docMk/>
            <pc:sldMk cId="1193863503" sldId="270"/>
            <ac:picMk id="7" creationId="{D5232E53-0F7D-3EBA-77A5-C285811688B6}"/>
          </ac:picMkLst>
        </pc:picChg>
        <pc:picChg chg="add mod">
          <ac:chgData name="Mir Aqdas Ali" userId="b706883f3ed8bbe6" providerId="LiveId" clId="{350D9B09-337A-48B1-94DA-D23FC74A92D3}" dt="2026-01-31T01:32:17.256" v="2665" actId="1076"/>
          <ac:picMkLst>
            <pc:docMk/>
            <pc:sldMk cId="1193863503" sldId="270"/>
            <ac:picMk id="10" creationId="{DCCEA6A7-B785-90CD-46DD-A882BF3B4CD6}"/>
          </ac:picMkLst>
        </pc:picChg>
      </pc:sldChg>
      <pc:sldChg chg="addSp delSp modSp add mod ord">
        <pc:chgData name="Mir Aqdas Ali" userId="b706883f3ed8bbe6" providerId="LiveId" clId="{350D9B09-337A-48B1-94DA-D23FC74A92D3}" dt="2026-01-31T01:46:53.272" v="2935" actId="21"/>
        <pc:sldMkLst>
          <pc:docMk/>
          <pc:sldMk cId="3633982867" sldId="271"/>
        </pc:sldMkLst>
        <pc:spChg chg="add mod">
          <ac:chgData name="Mir Aqdas Ali" userId="b706883f3ed8bbe6" providerId="LiveId" clId="{350D9B09-337A-48B1-94DA-D23FC74A92D3}" dt="2026-01-31T01:06:24.046" v="2136" actId="20577"/>
          <ac:spMkLst>
            <pc:docMk/>
            <pc:sldMk cId="3633982867" sldId="271"/>
            <ac:spMk id="5" creationId="{8087251A-913B-77C2-32CD-4857B536579D}"/>
          </ac:spMkLst>
        </pc:spChg>
        <pc:spChg chg="add mod">
          <ac:chgData name="Mir Aqdas Ali" userId="b706883f3ed8bbe6" providerId="LiveId" clId="{350D9B09-337A-48B1-94DA-D23FC74A92D3}" dt="2026-01-31T01:08:02.423" v="2274" actId="20577"/>
          <ac:spMkLst>
            <pc:docMk/>
            <pc:sldMk cId="3633982867" sldId="271"/>
            <ac:spMk id="8" creationId="{B49F58BF-F2CE-B0DF-C333-3EBDC8D1F238}"/>
          </ac:spMkLst>
        </pc:spChg>
        <pc:spChg chg="add mod">
          <ac:chgData name="Mir Aqdas Ali" userId="b706883f3ed8bbe6" providerId="LiveId" clId="{350D9B09-337A-48B1-94DA-D23FC74A92D3}" dt="2026-01-31T01:46:41.195" v="2934" actId="207"/>
          <ac:spMkLst>
            <pc:docMk/>
            <pc:sldMk cId="3633982867" sldId="271"/>
            <ac:spMk id="11" creationId="{D52A3152-50A9-40AF-3111-AFCD9F13488A}"/>
          </ac:spMkLst>
        </pc:spChg>
        <pc:picChg chg="add mod">
          <ac:chgData name="Mir Aqdas Ali" userId="b706883f3ed8bbe6" providerId="LiveId" clId="{350D9B09-337A-48B1-94DA-D23FC74A92D3}" dt="2026-01-31T01:06:49.448" v="2137" actId="1076"/>
          <ac:picMkLst>
            <pc:docMk/>
            <pc:sldMk cId="3633982867" sldId="271"/>
            <ac:picMk id="4" creationId="{D95361CD-8F35-EBBB-96EF-B5066174537E}"/>
          </ac:picMkLst>
        </pc:picChg>
        <pc:picChg chg="add mod">
          <ac:chgData name="Mir Aqdas Ali" userId="b706883f3ed8bbe6" providerId="LiveId" clId="{350D9B09-337A-48B1-94DA-D23FC74A92D3}" dt="2026-01-31T01:08:05.335" v="2275" actId="1076"/>
          <ac:picMkLst>
            <pc:docMk/>
            <pc:sldMk cId="3633982867" sldId="271"/>
            <ac:picMk id="7" creationId="{3E47F98B-AC90-7074-4BCD-316B7F87C679}"/>
          </ac:picMkLst>
        </pc:picChg>
        <pc:picChg chg="add del mod">
          <ac:chgData name="Mir Aqdas Ali" userId="b706883f3ed8bbe6" providerId="LiveId" clId="{350D9B09-337A-48B1-94DA-D23FC74A92D3}" dt="2026-01-31T01:46:53.272" v="2935" actId="21"/>
          <ac:picMkLst>
            <pc:docMk/>
            <pc:sldMk cId="3633982867" sldId="271"/>
            <ac:picMk id="10" creationId="{361EAE77-EF45-6989-FC63-F3F9435642C5}"/>
          </ac:picMkLst>
        </pc:picChg>
        <pc:picChg chg="add mod">
          <ac:chgData name="Mir Aqdas Ali" userId="b706883f3ed8bbe6" providerId="LiveId" clId="{350D9B09-337A-48B1-94DA-D23FC74A92D3}" dt="2026-01-31T01:46:35.169" v="2931" actId="1076"/>
          <ac:picMkLst>
            <pc:docMk/>
            <pc:sldMk cId="3633982867" sldId="271"/>
            <ac:picMk id="13" creationId="{AF946D69-28D5-C43D-938D-A5FBCDB97D30}"/>
          </ac:picMkLst>
        </pc:picChg>
      </pc:sldChg>
      <pc:sldChg chg="addSp delSp modSp add mod">
        <pc:chgData name="Mir Aqdas Ali" userId="b706883f3ed8bbe6" providerId="LiveId" clId="{350D9B09-337A-48B1-94DA-D23FC74A92D3}" dt="2026-01-31T01:41:37.832" v="2891" actId="20577"/>
        <pc:sldMkLst>
          <pc:docMk/>
          <pc:sldMk cId="301476864" sldId="272"/>
        </pc:sldMkLst>
        <pc:spChg chg="del">
          <ac:chgData name="Mir Aqdas Ali" userId="b706883f3ed8bbe6" providerId="LiveId" clId="{350D9B09-337A-48B1-94DA-D23FC74A92D3}" dt="2026-01-31T01:37:21.948" v="2802" actId="478"/>
          <ac:spMkLst>
            <pc:docMk/>
            <pc:sldMk cId="301476864" sldId="272"/>
            <ac:spMk id="5" creationId="{F7D886B7-4C84-6425-0A54-01C713CA6321}"/>
          </ac:spMkLst>
        </pc:spChg>
        <pc:spChg chg="add mod">
          <ac:chgData name="Mir Aqdas Ali" userId="b706883f3ed8bbe6" providerId="LiveId" clId="{350D9B09-337A-48B1-94DA-D23FC74A92D3}" dt="2026-01-31T01:40:25.384" v="2874" actId="1076"/>
          <ac:spMkLst>
            <pc:docMk/>
            <pc:sldMk cId="301476864" sldId="272"/>
            <ac:spMk id="6" creationId="{044F7BF3-34FC-2A2D-7550-421918B08C14}"/>
          </ac:spMkLst>
        </pc:spChg>
        <pc:spChg chg="del mod">
          <ac:chgData name="Mir Aqdas Ali" userId="b706883f3ed8bbe6" providerId="LiveId" clId="{350D9B09-337A-48B1-94DA-D23FC74A92D3}" dt="2026-01-31T01:37:24.557" v="2804" actId="478"/>
          <ac:spMkLst>
            <pc:docMk/>
            <pc:sldMk cId="301476864" sldId="272"/>
            <ac:spMk id="7" creationId="{6F1F2757-2DEB-302F-41BE-29EE52D17A76}"/>
          </ac:spMkLst>
        </pc:spChg>
        <pc:spChg chg="del">
          <ac:chgData name="Mir Aqdas Ali" userId="b706883f3ed8bbe6" providerId="LiveId" clId="{350D9B09-337A-48B1-94DA-D23FC74A92D3}" dt="2026-01-31T01:37:20.077" v="2801" actId="478"/>
          <ac:spMkLst>
            <pc:docMk/>
            <pc:sldMk cId="301476864" sldId="272"/>
            <ac:spMk id="9" creationId="{489C46E9-BFC9-1CC7-469E-9F1D7136DA33}"/>
          </ac:spMkLst>
        </pc:spChg>
        <pc:spChg chg="add mod">
          <ac:chgData name="Mir Aqdas Ali" userId="b706883f3ed8bbe6" providerId="LiveId" clId="{350D9B09-337A-48B1-94DA-D23FC74A92D3}" dt="2026-01-31T01:40:28.432" v="2875" actId="1076"/>
          <ac:spMkLst>
            <pc:docMk/>
            <pc:sldMk cId="301476864" sldId="272"/>
            <ac:spMk id="10" creationId="{C3DEFD90-AE91-20C5-D93D-3E77B7D3E383}"/>
          </ac:spMkLst>
        </pc:spChg>
        <pc:spChg chg="add mod">
          <ac:chgData name="Mir Aqdas Ali" userId="b706883f3ed8bbe6" providerId="LiveId" clId="{350D9B09-337A-48B1-94DA-D23FC74A92D3}" dt="2026-01-31T01:41:37.832" v="2891" actId="20577"/>
          <ac:spMkLst>
            <pc:docMk/>
            <pc:sldMk cId="301476864" sldId="272"/>
            <ac:spMk id="14" creationId="{E11818BB-02EB-2777-A04D-BBF594BD32E9}"/>
          </ac:spMkLst>
        </pc:spChg>
        <pc:picChg chg="del">
          <ac:chgData name="Mir Aqdas Ali" userId="b706883f3ed8bbe6" providerId="LiveId" clId="{350D9B09-337A-48B1-94DA-D23FC74A92D3}" dt="2026-01-31T01:37:22.692" v="2803" actId="478"/>
          <ac:picMkLst>
            <pc:docMk/>
            <pc:sldMk cId="301476864" sldId="272"/>
            <ac:picMk id="4" creationId="{E409E31B-245C-DF53-BAB6-169318A42D8C}"/>
          </ac:picMkLst>
        </pc:picChg>
        <pc:cxnChg chg="add mod">
          <ac:chgData name="Mir Aqdas Ali" userId="b706883f3ed8bbe6" providerId="LiveId" clId="{350D9B09-337A-48B1-94DA-D23FC74A92D3}" dt="2026-01-31T01:41:18.664" v="2883" actId="1076"/>
          <ac:cxnSpMkLst>
            <pc:docMk/>
            <pc:sldMk cId="301476864" sldId="272"/>
            <ac:cxnSpMk id="12" creationId="{B56CF856-D878-40CF-1A13-D57C08922956}"/>
          </ac:cxnSpMkLst>
        </pc:cxnChg>
      </pc:sldChg>
      <pc:sldChg chg="addSp modSp add mod">
        <pc:chgData name="Mir Aqdas Ali" userId="b706883f3ed8bbe6" providerId="LiveId" clId="{350D9B09-337A-48B1-94DA-D23FC74A92D3}" dt="2026-01-31T01:42:47.948" v="2905" actId="12"/>
        <pc:sldMkLst>
          <pc:docMk/>
          <pc:sldMk cId="2565016509" sldId="273"/>
        </pc:sldMkLst>
        <pc:spChg chg="add mod">
          <ac:chgData name="Mir Aqdas Ali" userId="b706883f3ed8bbe6" providerId="LiveId" clId="{350D9B09-337A-48B1-94DA-D23FC74A92D3}" dt="2026-01-31T01:42:47.948" v="2905" actId="12"/>
          <ac:spMkLst>
            <pc:docMk/>
            <pc:sldMk cId="2565016509" sldId="273"/>
            <ac:spMk id="4" creationId="{266A5606-0C6C-0B2F-B8BA-17928F2B02B1}"/>
          </ac:spMkLst>
        </pc:spChg>
        <pc:spChg chg="add mod">
          <ac:chgData name="Mir Aqdas Ali" userId="b706883f3ed8bbe6" providerId="LiveId" clId="{350D9B09-337A-48B1-94DA-D23FC74A92D3}" dt="2026-01-31T01:42:40.408" v="2904" actId="1076"/>
          <ac:spMkLst>
            <pc:docMk/>
            <pc:sldMk cId="2565016509" sldId="273"/>
            <ac:spMk id="5" creationId="{43B4D907-2ADD-A987-B5F3-46C70C62E23F}"/>
          </ac:spMkLst>
        </pc:spChg>
        <pc:picChg chg="add mod">
          <ac:chgData name="Mir Aqdas Ali" userId="b706883f3ed8bbe6" providerId="LiveId" clId="{350D9B09-337A-48B1-94DA-D23FC74A92D3}" dt="2026-01-31T01:42:40.408" v="2904" actId="1076"/>
          <ac:picMkLst>
            <pc:docMk/>
            <pc:sldMk cId="2565016509" sldId="273"/>
            <ac:picMk id="6" creationId="{92073C00-991B-007F-F026-9A576CC4C508}"/>
          </ac:picMkLst>
        </pc:picChg>
      </pc:sldChg>
      <pc:sldChg chg="addSp modSp add mod">
        <pc:chgData name="Mir Aqdas Ali" userId="b706883f3ed8bbe6" providerId="LiveId" clId="{350D9B09-337A-48B1-94DA-D23FC74A92D3}" dt="2026-01-31T01:38:39.435" v="2853" actId="404"/>
        <pc:sldMkLst>
          <pc:docMk/>
          <pc:sldMk cId="3747445755" sldId="274"/>
        </pc:sldMkLst>
        <pc:spChg chg="add mod">
          <ac:chgData name="Mir Aqdas Ali" userId="b706883f3ed8bbe6" providerId="LiveId" clId="{350D9B09-337A-48B1-94DA-D23FC74A92D3}" dt="2026-01-31T01:38:39.435" v="2853" actId="404"/>
          <ac:spMkLst>
            <pc:docMk/>
            <pc:sldMk cId="3747445755" sldId="274"/>
            <ac:spMk id="4" creationId="{26FF402D-4B2C-1301-78F7-BFAC1935ACC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25C8-EB5E-F241-34C9-FD331FA130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55C085-8B22-CA6B-EA59-ED55174922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2DBE40-51EE-FF6F-9796-4A6BB9DE8084}"/>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5" name="Footer Placeholder 4">
            <a:extLst>
              <a:ext uri="{FF2B5EF4-FFF2-40B4-BE49-F238E27FC236}">
                <a16:creationId xmlns:a16="http://schemas.microsoft.com/office/drawing/2014/main" id="{AC54BA4F-FF74-8B94-3719-DDC49A233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421A30-0EB6-7C3F-24F1-42EAC351F2BE}"/>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2515837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6772A-0D5D-1F44-8D86-CB0EFBFC38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DD128-972E-B18E-25A5-1419C95733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FE730B-98FB-7721-7F33-D7449F630E04}"/>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5" name="Footer Placeholder 4">
            <a:extLst>
              <a:ext uri="{FF2B5EF4-FFF2-40B4-BE49-F238E27FC236}">
                <a16:creationId xmlns:a16="http://schemas.microsoft.com/office/drawing/2014/main" id="{1CDF3433-368F-475F-E241-64DAF7248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40489-7A84-24C4-C67B-0FF3CBD6E9EB}"/>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661775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992C7-E0C3-2798-E806-13D0F52CC5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3DB2B0-731F-18DC-93D9-83E9684BEC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B6BBCF-A426-8EA1-8A5E-57F22A4F52AE}"/>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5" name="Footer Placeholder 4">
            <a:extLst>
              <a:ext uri="{FF2B5EF4-FFF2-40B4-BE49-F238E27FC236}">
                <a16:creationId xmlns:a16="http://schemas.microsoft.com/office/drawing/2014/main" id="{9FA0C008-4158-2DDD-6FC0-27B0D90C5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B7762F-047F-AA80-97B1-982025CF50CB}"/>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2745483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6950D-1EA9-5324-0310-AE09AC0FF2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948D62-5E2F-44F5-68B6-1967B866D3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E9E11F-B8A7-394F-3049-2A765873A1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F3EA05-AA42-404B-F4B5-0DB402F1E8D4}"/>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6" name="Footer Placeholder 5">
            <a:extLst>
              <a:ext uri="{FF2B5EF4-FFF2-40B4-BE49-F238E27FC236}">
                <a16:creationId xmlns:a16="http://schemas.microsoft.com/office/drawing/2014/main" id="{38520948-13B4-B8D8-89C1-9293E0862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6BFBF0-61ED-B781-FA6E-0DA0A13B239F}"/>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330863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882F5-1F0B-B3B7-7D0F-AC6EFA7789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4A2F67-183E-EEBF-6E49-0C4F6F0C21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CF38CC-227E-0900-E5AB-FE283C514B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B7E90C-AA57-D536-0080-723818440D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3045A0-1650-E610-D816-50353C059F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F53AA7-24FB-5B2E-A5E9-64DCD6D35092}"/>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8" name="Footer Placeholder 7">
            <a:extLst>
              <a:ext uri="{FF2B5EF4-FFF2-40B4-BE49-F238E27FC236}">
                <a16:creationId xmlns:a16="http://schemas.microsoft.com/office/drawing/2014/main" id="{1B5F09FA-EB48-E00D-764C-3D30C74C23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6E30AE-A59B-8A13-0899-D9E9E3715450}"/>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3203488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93B7-01D2-5C2F-8BB6-413EBB75E0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EE6FC5-285D-99AC-4B5A-3D544CD08C40}"/>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4" name="Footer Placeholder 3">
            <a:extLst>
              <a:ext uri="{FF2B5EF4-FFF2-40B4-BE49-F238E27FC236}">
                <a16:creationId xmlns:a16="http://schemas.microsoft.com/office/drawing/2014/main" id="{8FE590D0-87A9-2604-ED79-117CA70AD3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49A3EA-4BA8-F8A8-0001-70166566BFAB}"/>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2316049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F7AA9F-15D0-FB9C-10FF-66BA238C42BE}"/>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3" name="Footer Placeholder 2">
            <a:extLst>
              <a:ext uri="{FF2B5EF4-FFF2-40B4-BE49-F238E27FC236}">
                <a16:creationId xmlns:a16="http://schemas.microsoft.com/office/drawing/2014/main" id="{11FDAA7F-E001-F691-6BA2-D3DCE9A590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13231F-67CD-9FA1-CB36-2053F64B84B7}"/>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396567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80A47-1AC7-A039-2FAA-85E06EA7B5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86E5A7-74BD-DCB9-BF06-B20DAC80C1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A52B18-C4EE-B300-2014-B5E98BF76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3D2866-50DE-5CC8-CAF6-092D72FC4B0B}"/>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6" name="Footer Placeholder 5">
            <a:extLst>
              <a:ext uri="{FF2B5EF4-FFF2-40B4-BE49-F238E27FC236}">
                <a16:creationId xmlns:a16="http://schemas.microsoft.com/office/drawing/2014/main" id="{B1E692E2-E447-6E9A-FA65-CFA6BD6465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F89F11-56F5-5C80-C0E6-B9AF6916F420}"/>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3170888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EBE70-DFB3-EBDC-EF82-E22AAA0419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BD00C7-3AFC-4CF8-F088-767439E7F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9976CC-EA46-6F11-0E63-179BB1A2F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0CFE15-37C8-C6CE-C1DE-2DD4CB02E499}"/>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6" name="Footer Placeholder 5">
            <a:extLst>
              <a:ext uri="{FF2B5EF4-FFF2-40B4-BE49-F238E27FC236}">
                <a16:creationId xmlns:a16="http://schemas.microsoft.com/office/drawing/2014/main" id="{90DFA879-07BC-7F81-0E83-5F197CD1B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25CAA0-95C6-C15F-3A0B-15450DDA1AFC}"/>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67924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A8DA-65EA-991F-8BB6-25B4B8F4C1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6898CC-CD17-3220-53CA-E77E1C61C9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AB0DE-B590-72AB-1F90-F6ACE0A73888}"/>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5" name="Footer Placeholder 4">
            <a:extLst>
              <a:ext uri="{FF2B5EF4-FFF2-40B4-BE49-F238E27FC236}">
                <a16:creationId xmlns:a16="http://schemas.microsoft.com/office/drawing/2014/main" id="{4C139AB6-751F-A3A2-AD9D-8ED0B317EC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145D4-747D-04BF-BE9B-924486960667}"/>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3475341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AD9C01-9258-AD32-85FA-9D5047B4E1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B1BDAD-E785-3091-3D43-4281FC71BC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C679A-E668-1084-30CA-1DCAEFC10AC9}"/>
              </a:ext>
            </a:extLst>
          </p:cNvPr>
          <p:cNvSpPr>
            <a:spLocks noGrp="1"/>
          </p:cNvSpPr>
          <p:nvPr>
            <p:ph type="dt" sz="half" idx="10"/>
          </p:nvPr>
        </p:nvSpPr>
        <p:spPr/>
        <p:txBody>
          <a:bodyPr/>
          <a:lstStyle/>
          <a:p>
            <a:fld id="{7F5A20B9-94BF-4642-8C39-905F1964D526}" type="datetimeFigureOut">
              <a:rPr lang="en-US" smtClean="0"/>
              <a:t>1/31/2026</a:t>
            </a:fld>
            <a:endParaRPr lang="en-US"/>
          </a:p>
        </p:txBody>
      </p:sp>
      <p:sp>
        <p:nvSpPr>
          <p:cNvPr id="5" name="Footer Placeholder 4">
            <a:extLst>
              <a:ext uri="{FF2B5EF4-FFF2-40B4-BE49-F238E27FC236}">
                <a16:creationId xmlns:a16="http://schemas.microsoft.com/office/drawing/2014/main" id="{EC61C578-7247-9D9A-4995-24A50B2C6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9B55F-B26B-23DA-4B0B-BA5DDEDEA80B}"/>
              </a:ext>
            </a:extLst>
          </p:cNvPr>
          <p:cNvSpPr>
            <a:spLocks noGrp="1"/>
          </p:cNvSpPr>
          <p:nvPr>
            <p:ph type="sldNum" sz="quarter" idx="12"/>
          </p:nvPr>
        </p:nvSpPr>
        <p:spPr/>
        <p:txBody>
          <a:bodyPr/>
          <a:lstStyle/>
          <a:p>
            <a:fld id="{67976CC3-356A-5F44-A0C0-4C5E79F96E4F}" type="slidenum">
              <a:rPr lang="en-US" smtClean="0"/>
              <a:t>‹#›</a:t>
            </a:fld>
            <a:endParaRPr lang="en-US"/>
          </a:p>
        </p:txBody>
      </p:sp>
    </p:spTree>
    <p:extLst>
      <p:ext uri="{BB962C8B-B14F-4D97-AF65-F5344CB8AC3E}">
        <p14:creationId xmlns:p14="http://schemas.microsoft.com/office/powerpoint/2010/main" val="470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BC91F-3A00-AB98-3BE4-8C154D796D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125C52-B05B-96F6-4494-02613D07A2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AEA44-998A-B35D-0026-81F3B00C55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5A20B9-94BF-4642-8C39-905F1964D526}" type="datetimeFigureOut">
              <a:rPr lang="en-US" smtClean="0"/>
              <a:t>1/31/2026</a:t>
            </a:fld>
            <a:endParaRPr lang="en-US"/>
          </a:p>
        </p:txBody>
      </p:sp>
      <p:sp>
        <p:nvSpPr>
          <p:cNvPr id="5" name="Footer Placeholder 4">
            <a:extLst>
              <a:ext uri="{FF2B5EF4-FFF2-40B4-BE49-F238E27FC236}">
                <a16:creationId xmlns:a16="http://schemas.microsoft.com/office/drawing/2014/main" id="{29050C83-A90F-5066-57CF-05A0D698BF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CB996A-E70A-BD81-70B6-2370A465D5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976CC3-356A-5F44-A0C0-4C5E79F96E4F}" type="slidenum">
              <a:rPr lang="en-US" smtClean="0"/>
              <a:t>‹#›</a:t>
            </a:fld>
            <a:endParaRPr lang="en-US"/>
          </a:p>
        </p:txBody>
      </p:sp>
    </p:spTree>
    <p:extLst>
      <p:ext uri="{BB962C8B-B14F-4D97-AF65-F5344CB8AC3E}">
        <p14:creationId xmlns:p14="http://schemas.microsoft.com/office/powerpoint/2010/main" val="1429347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kraken-lynch-190a5b1b0" TargetMode="External"/><Relationship Id="rId2" Type="http://schemas.openxmlformats.org/officeDocument/2006/relationships/hyperlink" Target="https://github.com/Alley-Py"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localhost:8888/notebooks/WebScraping%20Project.ipynb?#%F0%9F%8E%AF-Business-understandin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logo with red circles and black background&#10;&#10;AI-generated content may be incorrect.">
            <a:extLst>
              <a:ext uri="{FF2B5EF4-FFF2-40B4-BE49-F238E27FC236}">
                <a16:creationId xmlns:a16="http://schemas.microsoft.com/office/drawing/2014/main" id="{BBF31193-6FCF-AC1C-7344-AAA6D3CD8C93}"/>
              </a:ext>
            </a:extLst>
          </p:cNvPr>
          <p:cNvPicPr>
            <a:picLocks noChangeAspect="1"/>
          </p:cNvPicPr>
          <p:nvPr/>
        </p:nvPicPr>
        <p:blipFill>
          <a:blip r:embed="rId2"/>
          <a:stretch>
            <a:fillRect/>
          </a:stretch>
        </p:blipFill>
        <p:spPr>
          <a:xfrm>
            <a:off x="3390379" y="298471"/>
            <a:ext cx="5421684" cy="2242291"/>
          </a:xfrm>
          <a:prstGeom prst="rect">
            <a:avLst/>
          </a:prstGeom>
        </p:spPr>
      </p:pic>
      <p:sp>
        <p:nvSpPr>
          <p:cNvPr id="8" name="TextBox 7">
            <a:extLst>
              <a:ext uri="{FF2B5EF4-FFF2-40B4-BE49-F238E27FC236}">
                <a16:creationId xmlns:a16="http://schemas.microsoft.com/office/drawing/2014/main" id="{D784D216-9C6A-13CD-84EE-AF71E2BF3689}"/>
              </a:ext>
            </a:extLst>
          </p:cNvPr>
          <p:cNvSpPr txBox="1"/>
          <p:nvPr/>
        </p:nvSpPr>
        <p:spPr>
          <a:xfrm>
            <a:off x="3138960" y="2778320"/>
            <a:ext cx="59235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rgbClr val="FF0000"/>
                </a:solidFill>
                <a:latin typeface="Arial"/>
                <a:cs typeface="Arial"/>
              </a:rPr>
              <a:t>INNO</a:t>
            </a:r>
            <a:r>
              <a:rPr lang="en-US" sz="2000" b="1" dirty="0">
                <a:latin typeface="Arial"/>
                <a:cs typeface="Arial"/>
              </a:rPr>
              <a:t>VATION.AUTO</a:t>
            </a:r>
            <a:r>
              <a:rPr lang="en-US" sz="2000" b="1" dirty="0">
                <a:solidFill>
                  <a:srgbClr val="FF0000"/>
                </a:solidFill>
                <a:latin typeface="Arial"/>
                <a:cs typeface="Arial"/>
              </a:rPr>
              <a:t>MAT</a:t>
            </a:r>
            <a:r>
              <a:rPr lang="en-US" sz="2000" b="1" dirty="0">
                <a:latin typeface="Arial"/>
                <a:cs typeface="Arial"/>
              </a:rPr>
              <a:t>ION.ANALYT</a:t>
            </a:r>
            <a:r>
              <a:rPr lang="en-US" sz="2000" b="1" dirty="0">
                <a:solidFill>
                  <a:srgbClr val="FF0000"/>
                </a:solidFill>
                <a:latin typeface="Arial"/>
                <a:cs typeface="Arial"/>
              </a:rPr>
              <a:t>ICS</a:t>
            </a:r>
          </a:p>
        </p:txBody>
      </p:sp>
      <p:sp>
        <p:nvSpPr>
          <p:cNvPr id="10" name="TextBox 9">
            <a:extLst>
              <a:ext uri="{FF2B5EF4-FFF2-40B4-BE49-F238E27FC236}">
                <a16:creationId xmlns:a16="http://schemas.microsoft.com/office/drawing/2014/main" id="{7B508F5C-728F-862C-7828-47C04FB6C448}"/>
              </a:ext>
            </a:extLst>
          </p:cNvPr>
          <p:cNvSpPr txBox="1"/>
          <p:nvPr/>
        </p:nvSpPr>
        <p:spPr>
          <a:xfrm>
            <a:off x="4376826" y="3424905"/>
            <a:ext cx="344606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dirty="0">
                <a:solidFill>
                  <a:srgbClr val="FF0000"/>
                </a:solidFill>
              </a:rPr>
              <a:t>PROJECT ON</a:t>
            </a:r>
          </a:p>
        </p:txBody>
      </p:sp>
      <p:pic>
        <p:nvPicPr>
          <p:cNvPr id="19" name="Picture 18" descr="A white background with red text&#10;&#10;AI-generated content may be incorrect.">
            <a:extLst>
              <a:ext uri="{FF2B5EF4-FFF2-40B4-BE49-F238E27FC236}">
                <a16:creationId xmlns:a16="http://schemas.microsoft.com/office/drawing/2014/main" id="{82E6CC26-C51B-B448-5B04-A254CD27E005}"/>
              </a:ext>
            </a:extLst>
          </p:cNvPr>
          <p:cNvPicPr>
            <a:picLocks noChangeAspect="1"/>
          </p:cNvPicPr>
          <p:nvPr/>
        </p:nvPicPr>
        <p:blipFill>
          <a:blip r:embed="rId3"/>
          <a:srcRect r="81491" b="63110"/>
          <a:stretch>
            <a:fillRect/>
          </a:stretch>
        </p:blipFill>
        <p:spPr>
          <a:xfrm rot="10800000">
            <a:off x="10169137" y="4638204"/>
            <a:ext cx="2027878" cy="2217087"/>
          </a:xfrm>
          <a:prstGeom prst="rect">
            <a:avLst/>
          </a:prstGeom>
          <a:ln>
            <a:noFill/>
          </a:ln>
        </p:spPr>
      </p:pic>
      <p:pic>
        <p:nvPicPr>
          <p:cNvPr id="21" name="Picture 20" descr="A white background with red text&#10;&#10;AI-generated content may be incorrect.">
            <a:extLst>
              <a:ext uri="{FF2B5EF4-FFF2-40B4-BE49-F238E27FC236}">
                <a16:creationId xmlns:a16="http://schemas.microsoft.com/office/drawing/2014/main" id="{A73DC355-5436-E19B-E9F4-1A47768A3480}"/>
              </a:ext>
            </a:extLst>
          </p:cNvPr>
          <p:cNvPicPr>
            <a:picLocks noChangeAspect="1"/>
          </p:cNvPicPr>
          <p:nvPr/>
        </p:nvPicPr>
        <p:blipFill>
          <a:blip r:embed="rId3"/>
          <a:srcRect r="81491" b="63110"/>
          <a:stretch>
            <a:fillRect/>
          </a:stretch>
        </p:blipFill>
        <p:spPr>
          <a:xfrm>
            <a:off x="20" y="10"/>
            <a:ext cx="2083095" cy="2217086"/>
          </a:xfrm>
          <a:prstGeom prst="rect">
            <a:avLst/>
          </a:prstGeom>
          <a:ln>
            <a:noFill/>
          </a:ln>
        </p:spPr>
      </p:pic>
      <p:sp>
        <p:nvSpPr>
          <p:cNvPr id="22" name="TextBox 21">
            <a:extLst>
              <a:ext uri="{FF2B5EF4-FFF2-40B4-BE49-F238E27FC236}">
                <a16:creationId xmlns:a16="http://schemas.microsoft.com/office/drawing/2014/main" id="{E52AD4C1-BAA8-B2D9-08F3-AD66B4EC053E}"/>
              </a:ext>
            </a:extLst>
          </p:cNvPr>
          <p:cNvSpPr txBox="1"/>
          <p:nvPr/>
        </p:nvSpPr>
        <p:spPr>
          <a:xfrm>
            <a:off x="1076717" y="4300198"/>
            <a:ext cx="10106359"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4400" b="1" dirty="0"/>
              <a:t>Data-Driven Job Market Analysis for Student and Alumni Career Assistance</a:t>
            </a:r>
            <a:endParaRPr lang="en-US" b="1" dirty="0"/>
          </a:p>
        </p:txBody>
      </p:sp>
      <p:sp>
        <p:nvSpPr>
          <p:cNvPr id="2" name="TextBox 1">
            <a:extLst>
              <a:ext uri="{FF2B5EF4-FFF2-40B4-BE49-F238E27FC236}">
                <a16:creationId xmlns:a16="http://schemas.microsoft.com/office/drawing/2014/main" id="{A5FB23F5-DF37-021A-1AAC-C660BF4A23C2}"/>
              </a:ext>
            </a:extLst>
          </p:cNvPr>
          <p:cNvSpPr txBox="1"/>
          <p:nvPr/>
        </p:nvSpPr>
        <p:spPr>
          <a:xfrm>
            <a:off x="7534275" y="5852304"/>
            <a:ext cx="3333750" cy="830997"/>
          </a:xfrm>
          <a:prstGeom prst="rect">
            <a:avLst/>
          </a:prstGeom>
          <a:noFill/>
        </p:spPr>
        <p:txBody>
          <a:bodyPr wrap="square">
            <a:spAutoFit/>
          </a:bodyPr>
          <a:lstStyle/>
          <a:p>
            <a:r>
              <a:rPr lang="en-IN" sz="2400" dirty="0">
                <a:solidFill>
                  <a:srgbClr val="FF0000"/>
                </a:solidFill>
                <a:latin typeface="Times New Roman" panose="02020603050405020304" pitchFamily="18" charset="0"/>
                <a:cs typeface="Times New Roman" panose="02020603050405020304" pitchFamily="18" charset="0"/>
              </a:rPr>
              <a:t>Presented by</a:t>
            </a:r>
          </a:p>
          <a:p>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	Mir Aqdas Ali</a:t>
            </a:r>
          </a:p>
        </p:txBody>
      </p:sp>
    </p:spTree>
    <p:extLst>
      <p:ext uri="{BB962C8B-B14F-4D97-AF65-F5344CB8AC3E}">
        <p14:creationId xmlns:p14="http://schemas.microsoft.com/office/powerpoint/2010/main" val="1950653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F7DB106-D2EB-5BB7-27C2-FA3B8FC5BCE6}"/>
              </a:ext>
            </a:extLst>
          </p:cNvPr>
          <p:cNvSpPr txBox="1"/>
          <p:nvPr/>
        </p:nvSpPr>
        <p:spPr>
          <a:xfrm>
            <a:off x="455113" y="361168"/>
            <a:ext cx="11031253" cy="38061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625"/>
              </a:lnSpc>
            </a:pPr>
            <a:r>
              <a:rPr lang="en-US" sz="3200" b="1" dirty="0">
                <a:solidFill>
                  <a:srgbClr val="FF0000"/>
                </a:solidFill>
                <a:latin typeface="Lato"/>
                <a:cs typeface="Segoe UI"/>
              </a:rPr>
              <a:t>About me</a:t>
            </a:r>
            <a:r>
              <a:rPr lang="en-US" sz="3200" dirty="0">
                <a:latin typeface="Lato"/>
                <a:cs typeface="Segoe UI"/>
              </a:rPr>
              <a:t>​</a:t>
            </a:r>
          </a:p>
          <a:p>
            <a:pPr>
              <a:lnSpc>
                <a:spcPts val="2625"/>
              </a:lnSpc>
            </a:pPr>
            <a:endParaRPr lang="en-US" sz="3200" dirty="0">
              <a:latin typeface="Lato"/>
              <a:ea typeface="Lato"/>
              <a:cs typeface="Segoe UI"/>
            </a:endParaRPr>
          </a:p>
          <a:p>
            <a:pPr marL="342900" indent="-342900">
              <a:buFont typeface="Wingdings"/>
              <a:buChar char="Ø"/>
            </a:pPr>
            <a:r>
              <a:rPr lang="en-US" b="1" dirty="0">
                <a:ea typeface="+mn-lt"/>
                <a:cs typeface="+mn-lt"/>
              </a:rPr>
              <a:t>Education Background.</a:t>
            </a:r>
            <a:br>
              <a:rPr lang="en-US" b="1" dirty="0">
                <a:ea typeface="+mn-lt"/>
                <a:cs typeface="+mn-lt"/>
              </a:rPr>
            </a:br>
            <a:r>
              <a:rPr lang="en-US" b="1" dirty="0">
                <a:ea typeface="+mn-lt"/>
                <a:cs typeface="+mn-lt"/>
              </a:rPr>
              <a:t>B.Com Honours </a:t>
            </a:r>
            <a:r>
              <a:rPr lang="en-US" dirty="0">
                <a:ea typeface="+mn-lt"/>
                <a:cs typeface="+mn-lt"/>
              </a:rPr>
              <a:t>from </a:t>
            </a:r>
            <a:r>
              <a:rPr lang="en-US" b="1" dirty="0">
                <a:ea typeface="+mn-lt"/>
                <a:cs typeface="+mn-lt"/>
              </a:rPr>
              <a:t>Avinash College of Commerce, Hyderabad (2024). </a:t>
            </a:r>
            <a:r>
              <a:rPr lang="en-US" dirty="0">
                <a:ea typeface="+mn-lt"/>
                <a:cs typeface="+mn-lt"/>
              </a:rPr>
              <a:t>This academic foundation has given you strong skills in commerce, finance, and analytical thinking.</a:t>
            </a:r>
            <a:endParaRPr lang="en-US" dirty="0">
              <a:latin typeface="Calibri"/>
              <a:ea typeface="Calibri"/>
              <a:cs typeface="Arial"/>
            </a:endParaRPr>
          </a:p>
          <a:p>
            <a:pPr marL="342900" indent="-342900">
              <a:buFont typeface="Wingdings"/>
              <a:buChar char="Ø"/>
            </a:pPr>
            <a:r>
              <a:rPr lang="en-US" b="1" dirty="0">
                <a:ea typeface="+mn-lt"/>
                <a:cs typeface="+mn-lt"/>
              </a:rPr>
              <a:t>Why  Do you want to learn Data Science.</a:t>
            </a:r>
            <a:br>
              <a:rPr lang="en-US" dirty="0">
                <a:ea typeface="+mn-lt"/>
                <a:cs typeface="+mn-lt"/>
              </a:rPr>
            </a:br>
            <a:r>
              <a:rPr lang="en-US" dirty="0">
                <a:ea typeface="+mn-lt"/>
                <a:cs typeface="+mn-lt"/>
              </a:rPr>
              <a:t>I want to learn </a:t>
            </a:r>
            <a:r>
              <a:rPr lang="en-US" b="1" dirty="0">
                <a:ea typeface="+mn-lt"/>
                <a:cs typeface="+mn-lt"/>
              </a:rPr>
              <a:t>Data Science</a:t>
            </a:r>
            <a:r>
              <a:rPr lang="en-US" dirty="0">
                <a:ea typeface="+mn-lt"/>
                <a:cs typeface="+mn-lt"/>
              </a:rPr>
              <a:t> because it combines my interest in problem-solving with the power of </a:t>
            </a:r>
            <a:r>
              <a:rPr lang="en-US" b="1" dirty="0">
                <a:ea typeface="+mn-lt"/>
                <a:cs typeface="+mn-lt"/>
              </a:rPr>
              <a:t>data-driven decision-making</a:t>
            </a:r>
            <a:r>
              <a:rPr lang="en-US" dirty="0">
                <a:ea typeface="+mn-lt"/>
                <a:cs typeface="+mn-lt"/>
              </a:rPr>
              <a:t>. In today’s world, data is at the core of every business and industry, and learning Data Science will help me analyze patterns, extract meaningful insights, and contribute to smarter strategies. I see it as a skill that not only enhances career opportunities but also allows me to create real impact through innovation and technology.</a:t>
            </a:r>
            <a:endParaRPr lang="en-US" dirty="0">
              <a:latin typeface="Calibri"/>
              <a:ea typeface="Calibri"/>
              <a:cs typeface="Arial"/>
            </a:endParaRPr>
          </a:p>
          <a:p>
            <a:pPr marL="342900" indent="-342900">
              <a:buFont typeface="Wingdings"/>
              <a:buChar char="Ø"/>
            </a:pPr>
            <a:r>
              <a:rPr lang="en-US" dirty="0">
                <a:ea typeface="+mn-lt"/>
                <a:cs typeface="+mn-lt"/>
                <a:hlinkClick r:id="rId2"/>
              </a:rPr>
              <a:t>Github</a:t>
            </a:r>
            <a:endParaRPr lang="en-US" dirty="0">
              <a:ea typeface="+mn-lt"/>
              <a:cs typeface="+mn-lt"/>
            </a:endParaRPr>
          </a:p>
          <a:p>
            <a:pPr marL="342900" indent="-342900">
              <a:buFont typeface="Wingdings"/>
              <a:buChar char="Ø"/>
            </a:pPr>
            <a:r>
              <a:rPr lang="en-US" dirty="0">
                <a:latin typeface="Aptos"/>
                <a:ea typeface="Calibri"/>
                <a:cs typeface="Arial"/>
                <a:hlinkClick r:id="rId3"/>
              </a:rPr>
              <a:t>LinkedIn</a:t>
            </a:r>
            <a:endParaRPr lang="en-US" dirty="0">
              <a:latin typeface="Aptos"/>
              <a:ea typeface="Calibri"/>
              <a:cs typeface="Arial"/>
            </a:endParaRPr>
          </a:p>
        </p:txBody>
      </p:sp>
      <p:pic>
        <p:nvPicPr>
          <p:cNvPr id="2" name="Picture 1" descr="A logo with red circles and black background&#10;&#10;AI-generated content may be incorrect.">
            <a:extLst>
              <a:ext uri="{FF2B5EF4-FFF2-40B4-BE49-F238E27FC236}">
                <a16:creationId xmlns:a16="http://schemas.microsoft.com/office/drawing/2014/main" id="{BBDD1D0B-47C8-DC90-20B6-3E3A907D7D50}"/>
              </a:ext>
            </a:extLst>
          </p:cNvPr>
          <p:cNvPicPr>
            <a:picLocks noChangeAspect="1"/>
          </p:cNvPicPr>
          <p:nvPr/>
        </p:nvPicPr>
        <p:blipFill>
          <a:blip r:embed="rId4"/>
          <a:stretch>
            <a:fillRect/>
          </a:stretch>
        </p:blipFill>
        <p:spPr>
          <a:xfrm>
            <a:off x="10485183" y="6072393"/>
            <a:ext cx="1534890" cy="632019"/>
          </a:xfrm>
          <a:prstGeom prst="rect">
            <a:avLst/>
          </a:prstGeom>
        </p:spPr>
      </p:pic>
    </p:spTree>
    <p:extLst>
      <p:ext uri="{BB962C8B-B14F-4D97-AF65-F5344CB8AC3E}">
        <p14:creationId xmlns:p14="http://schemas.microsoft.com/office/powerpoint/2010/main" val="313877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1744C1F6-1FBD-472B-D38D-934850CFD3C7}"/>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5" name="TextBox 4">
            <a:extLst>
              <a:ext uri="{FF2B5EF4-FFF2-40B4-BE49-F238E27FC236}">
                <a16:creationId xmlns:a16="http://schemas.microsoft.com/office/drawing/2014/main" id="{9923D2BB-17F4-FE5B-2B19-9210B4097C6A}"/>
              </a:ext>
            </a:extLst>
          </p:cNvPr>
          <p:cNvSpPr txBox="1"/>
          <p:nvPr/>
        </p:nvSpPr>
        <p:spPr>
          <a:xfrm>
            <a:off x="236483" y="157656"/>
            <a:ext cx="11820377" cy="6217087"/>
          </a:xfrm>
          <a:prstGeom prst="rect">
            <a:avLst/>
          </a:prstGeom>
          <a:noFill/>
        </p:spPr>
        <p:txBody>
          <a:bodyPr wrap="square">
            <a:spAutoFit/>
          </a:bodyPr>
          <a:lstStyle/>
          <a:p>
            <a:pPr algn="l">
              <a:spcBef>
                <a:spcPts val="907"/>
              </a:spcBef>
              <a:spcAft>
                <a:spcPts val="1210"/>
              </a:spcAft>
              <a:buNone/>
            </a:pPr>
            <a:r>
              <a:rPr lang="en-US" sz="2400" b="0" i="0" dirty="0">
                <a:solidFill>
                  <a:srgbClr val="FF0000"/>
                </a:solidFill>
                <a:effectLst/>
                <a:latin typeface="system-ui"/>
              </a:rPr>
              <a:t>💼 </a:t>
            </a:r>
            <a:r>
              <a:rPr lang="en-US" sz="2400" b="1" i="0" dirty="0">
                <a:solidFill>
                  <a:srgbClr val="FF0000"/>
                </a:solidFill>
                <a:effectLst/>
                <a:latin typeface="system-ui"/>
              </a:rPr>
              <a:t>Business Problem</a:t>
            </a:r>
            <a:endParaRPr lang="en-US" sz="2400" b="0" i="0" dirty="0">
              <a:solidFill>
                <a:srgbClr val="FF0000"/>
              </a:solidFill>
              <a:effectLst/>
              <a:latin typeface="system-ui"/>
            </a:endParaRPr>
          </a:p>
          <a:p>
            <a:pPr algn="l">
              <a:buNone/>
            </a:pPr>
            <a:r>
              <a:rPr lang="en-US" sz="2000" b="0" i="0" dirty="0">
                <a:effectLst/>
                <a:latin typeface="system-ui"/>
              </a:rPr>
              <a:t>Educational institutions are under increasing pressure to demonstrate strong placement outcomes for both current students and alumni. However, the job market is highly dynamic: roles, required skills, experience levels, locations, and salary ranges change daily. Manually tracking thousands of job postings across platforms like Naukri.com is impractical, slow, and prone to missing relevant opportunities.</a:t>
            </a:r>
          </a:p>
          <a:p>
            <a:pPr algn="l">
              <a:buNone/>
            </a:pPr>
            <a:r>
              <a:rPr lang="en-US" sz="2000" b="0" i="0" dirty="0">
                <a:effectLst/>
                <a:latin typeface="system-ui"/>
              </a:rPr>
              <a:t>As a result, students and alumni often struggle to identify roles that truly match their qualifications, skills, career goals, and experience levels. Career services teams face similar challenges in providing timely, personalized job recommendations and in understanding market demand to align academic programs with industry needs.</a:t>
            </a:r>
          </a:p>
          <a:p>
            <a:pPr algn="l">
              <a:buNone/>
            </a:pPr>
            <a:r>
              <a:rPr lang="en-US" sz="2000" b="0" i="0" dirty="0">
                <a:effectLst/>
                <a:latin typeface="system-ui"/>
              </a:rPr>
              <a:t>The institution needs a data-driven system that can automatically collect job postings from Naukri.com, structure and analyze them, and match them against student and alumni profiles. The objective is to:</a:t>
            </a:r>
          </a:p>
          <a:p>
            <a:pPr algn="l">
              <a:buNone/>
            </a:pPr>
            <a:r>
              <a:rPr lang="en-US" sz="2000" b="0" i="0" dirty="0">
                <a:effectLst/>
                <a:latin typeface="system-ui"/>
              </a:rPr>
              <a:t>Identify the most suitable job opportunities for each student and alumnus based on skills, education, experience, and preferences.</a:t>
            </a:r>
          </a:p>
          <a:p>
            <a:pPr algn="l">
              <a:buNone/>
            </a:pPr>
            <a:endParaRPr lang="en-US" sz="2000" b="0" i="0" dirty="0">
              <a:effectLst/>
              <a:latin typeface="system-ui"/>
            </a:endParaRPr>
          </a:p>
          <a:p>
            <a:r>
              <a:rPr lang="en-US" sz="2400" dirty="0">
                <a:solidFill>
                  <a:srgbClr val="FF0000"/>
                </a:solidFill>
                <a:latin typeface="system-ui"/>
              </a:rPr>
              <a:t>🎯 </a:t>
            </a:r>
            <a:r>
              <a:rPr lang="en-US" sz="2400" b="1" dirty="0">
                <a:solidFill>
                  <a:srgbClr val="FF0000"/>
                </a:solidFill>
                <a:latin typeface="system-ui"/>
              </a:rPr>
              <a:t>OBJECTIVE</a:t>
            </a:r>
            <a:endParaRPr lang="en-US" sz="2400" b="1" i="0" dirty="0">
              <a:solidFill>
                <a:srgbClr val="FF0000"/>
              </a:solidFill>
              <a:effectLst/>
              <a:latin typeface="system-ui"/>
            </a:endParaRPr>
          </a:p>
          <a:p>
            <a:pPr algn="l">
              <a:buNone/>
            </a:pPr>
            <a:r>
              <a:rPr lang="en-US" sz="2000" b="0" i="0" dirty="0">
                <a:effectLst/>
                <a:latin typeface="system-ui"/>
              </a:rPr>
              <a:t>Provide real-time or near–real-time job recommendations.</a:t>
            </a:r>
          </a:p>
          <a:p>
            <a:pPr algn="l">
              <a:buNone/>
            </a:pPr>
            <a:r>
              <a:rPr lang="en-US" sz="2000" b="0" i="0" dirty="0">
                <a:effectLst/>
                <a:latin typeface="system-ui"/>
              </a:rPr>
              <a:t>Generate insights on in-demand skills, roles, industries, and salary trends.</a:t>
            </a:r>
          </a:p>
          <a:p>
            <a:pPr algn="l">
              <a:buNone/>
            </a:pPr>
            <a:r>
              <a:rPr lang="en-US" sz="2000" b="0" i="0" dirty="0">
                <a:effectLst/>
                <a:latin typeface="system-ui"/>
              </a:rPr>
              <a:t>Help academic leadership adjust curriculum and training programs based on market demand.</a:t>
            </a:r>
          </a:p>
          <a:p>
            <a:pPr algn="l">
              <a:buNone/>
            </a:pPr>
            <a:r>
              <a:rPr lang="en-US" sz="2000" b="0" i="0" dirty="0">
                <a:effectLst/>
                <a:latin typeface="system-ui"/>
              </a:rPr>
              <a:t>Without such a system, the institution risks lower placement rates, reduced student satisfaction, weaker alumni outcomes, and misalignment between academic offerings and industry requirements.</a:t>
            </a:r>
          </a:p>
        </p:txBody>
      </p:sp>
    </p:spTree>
    <p:extLst>
      <p:ext uri="{BB962C8B-B14F-4D97-AF65-F5344CB8AC3E}">
        <p14:creationId xmlns:p14="http://schemas.microsoft.com/office/powerpoint/2010/main" val="1502419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68CC5-29F4-E8C8-D652-68A34BCB1065}"/>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79753142-EA72-D870-98C3-2DA0CA73528A}"/>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4" name="TextBox 3">
            <a:extLst>
              <a:ext uri="{FF2B5EF4-FFF2-40B4-BE49-F238E27FC236}">
                <a16:creationId xmlns:a16="http://schemas.microsoft.com/office/drawing/2014/main" id="{E43FC054-F9C7-FE88-FA43-45AA1BDF1DB1}"/>
              </a:ext>
            </a:extLst>
          </p:cNvPr>
          <p:cNvSpPr txBox="1"/>
          <p:nvPr/>
        </p:nvSpPr>
        <p:spPr>
          <a:xfrm>
            <a:off x="129972" y="100575"/>
            <a:ext cx="11869645" cy="2769989"/>
          </a:xfrm>
          <a:prstGeom prst="rect">
            <a:avLst/>
          </a:prstGeom>
          <a:noFill/>
        </p:spPr>
        <p:txBody>
          <a:bodyPr wrap="square">
            <a:spAutoFit/>
          </a:bodyPr>
          <a:lstStyle/>
          <a:p>
            <a:pPr algn="l">
              <a:spcBef>
                <a:spcPts val="1814"/>
              </a:spcBef>
              <a:spcAft>
                <a:spcPts val="1210"/>
              </a:spcAft>
              <a:buNone/>
            </a:pPr>
            <a:r>
              <a:rPr lang="en-US" sz="2400" b="0" i="0" dirty="0">
                <a:solidFill>
                  <a:srgbClr val="FF0000"/>
                </a:solidFill>
                <a:effectLst/>
                <a:latin typeface="system-ui"/>
              </a:rPr>
              <a:t>🤔 </a:t>
            </a:r>
            <a:r>
              <a:rPr lang="en-US" sz="2400" b="1" i="0" dirty="0">
                <a:solidFill>
                  <a:srgbClr val="FF0000"/>
                </a:solidFill>
                <a:effectLst/>
                <a:latin typeface="system-ui"/>
              </a:rPr>
              <a:t>Business understanding</a:t>
            </a:r>
            <a:r>
              <a:rPr lang="en-US" sz="2400" b="0" i="0" u="none" strike="noStrike" dirty="0">
                <a:solidFill>
                  <a:srgbClr val="FF0000"/>
                </a:solidFill>
                <a:effectLst/>
                <a:latin typeface="system-ui"/>
                <a:hlinkClick r:id="rId3">
                  <a:extLst>
                    <a:ext uri="{A12FA001-AC4F-418D-AE19-62706E023703}">
                      <ahyp:hlinkClr xmlns:ahyp="http://schemas.microsoft.com/office/drawing/2018/hyperlinkcolor" val="tx"/>
                    </a:ext>
                  </a:extLst>
                </a:hlinkClick>
              </a:rPr>
              <a:t>¶</a:t>
            </a:r>
            <a:endParaRPr lang="en-US" sz="2400" b="0" i="0" dirty="0">
              <a:solidFill>
                <a:srgbClr val="FF0000"/>
              </a:solidFill>
              <a:effectLst/>
              <a:latin typeface="system-ui"/>
            </a:endParaRPr>
          </a:p>
          <a:p>
            <a:pPr algn="l">
              <a:buNone/>
            </a:pPr>
            <a:r>
              <a:rPr lang="en-US" sz="2000" b="0" i="0" dirty="0">
                <a:effectLst/>
                <a:latin typeface="system-ui"/>
              </a:rPr>
              <a:t>The education institute aims to improve placement outcomes for its students and alumni by using data-driven job matching. Naukri.com contains a large volume of up-to-date job postings across industries, roles, locations, and experience levels, making it a valuable source of labor market intelligence. The business value includes:</a:t>
            </a:r>
          </a:p>
          <a:p>
            <a:pPr algn="l">
              <a:buFont typeface="+mj-lt"/>
              <a:buAutoNum type="arabicPeriod"/>
            </a:pPr>
            <a:r>
              <a:rPr lang="en-US" sz="2000" b="0" i="0" dirty="0">
                <a:effectLst/>
                <a:latin typeface="system-ui"/>
              </a:rPr>
              <a:t>Higher placement and employability rates</a:t>
            </a:r>
          </a:p>
          <a:p>
            <a:pPr algn="l">
              <a:buFont typeface="+mj-lt"/>
              <a:buAutoNum type="arabicPeriod"/>
            </a:pPr>
            <a:r>
              <a:rPr lang="en-US" sz="2000" b="0" i="0" dirty="0">
                <a:effectLst/>
                <a:latin typeface="system-ui"/>
              </a:rPr>
              <a:t>Better student satisfaction and institutional reputation</a:t>
            </a:r>
          </a:p>
          <a:p>
            <a:pPr algn="l">
              <a:buFont typeface="+mj-lt"/>
              <a:buAutoNum type="arabicPeriod"/>
            </a:pPr>
            <a:r>
              <a:rPr lang="en-US" sz="2000" b="0" i="0" dirty="0">
                <a:effectLst/>
                <a:latin typeface="system-ui"/>
              </a:rPr>
              <a:t>Stronger industry alignment</a:t>
            </a:r>
          </a:p>
          <a:p>
            <a:pPr algn="l">
              <a:buFont typeface="+mj-lt"/>
              <a:buAutoNum type="arabicPeriod"/>
            </a:pPr>
            <a:r>
              <a:rPr lang="en-US" sz="2000" b="0" i="0" dirty="0">
                <a:effectLst/>
                <a:latin typeface="system-ui"/>
              </a:rPr>
              <a:t>Data-backed curriculum and training decisions</a:t>
            </a:r>
            <a:endParaRPr lang="en-US" b="0" i="0" dirty="0">
              <a:effectLst/>
              <a:latin typeface="system-ui"/>
            </a:endParaRPr>
          </a:p>
        </p:txBody>
      </p:sp>
      <p:sp>
        <p:nvSpPr>
          <p:cNvPr id="6" name="TextBox 5">
            <a:extLst>
              <a:ext uri="{FF2B5EF4-FFF2-40B4-BE49-F238E27FC236}">
                <a16:creationId xmlns:a16="http://schemas.microsoft.com/office/drawing/2014/main" id="{0FB23738-8DFF-3BB5-D3DE-B48568CB5ADA}"/>
              </a:ext>
            </a:extLst>
          </p:cNvPr>
          <p:cNvSpPr txBox="1"/>
          <p:nvPr/>
        </p:nvSpPr>
        <p:spPr>
          <a:xfrm>
            <a:off x="129972" y="2870564"/>
            <a:ext cx="11755165" cy="3693319"/>
          </a:xfrm>
          <a:prstGeom prst="rect">
            <a:avLst/>
          </a:prstGeom>
          <a:noFill/>
        </p:spPr>
        <p:txBody>
          <a:bodyPr wrap="square">
            <a:spAutoFit/>
          </a:bodyPr>
          <a:lstStyle/>
          <a:p>
            <a:pPr algn="l">
              <a:spcBef>
                <a:spcPts val="1814"/>
              </a:spcBef>
              <a:spcAft>
                <a:spcPts val="1210"/>
              </a:spcAft>
              <a:buNone/>
            </a:pPr>
            <a:r>
              <a:rPr lang="en-US" sz="2400" b="0" i="0" dirty="0">
                <a:solidFill>
                  <a:srgbClr val="FF0000"/>
                </a:solidFill>
                <a:effectLst/>
                <a:latin typeface="system-ui"/>
              </a:rPr>
              <a:t>⚠️ </a:t>
            </a:r>
            <a:r>
              <a:rPr lang="en-US" sz="2400" b="1" i="0" dirty="0">
                <a:solidFill>
                  <a:srgbClr val="FF0000"/>
                </a:solidFill>
                <a:effectLst/>
                <a:latin typeface="system-ui"/>
              </a:rPr>
              <a:t>Constraints</a:t>
            </a:r>
            <a:endParaRPr lang="en-US" sz="2400" b="0" i="0" dirty="0">
              <a:solidFill>
                <a:srgbClr val="FF0000"/>
              </a:solidFill>
              <a:effectLst/>
              <a:latin typeface="system-ui"/>
            </a:endParaRPr>
          </a:p>
          <a:p>
            <a:pPr algn="l">
              <a:buFont typeface="+mj-lt"/>
              <a:buAutoNum type="arabicPeriod"/>
            </a:pPr>
            <a:r>
              <a:rPr lang="en-US" sz="2000" b="0" i="0" dirty="0">
                <a:effectLst/>
                <a:latin typeface="system-ui"/>
              </a:rPr>
              <a:t>Scraped data can be used only for internal academic and placement purposes.</a:t>
            </a:r>
          </a:p>
          <a:p>
            <a:pPr algn="l">
              <a:buFont typeface="+mj-lt"/>
              <a:buAutoNum type="arabicPeriod"/>
            </a:pPr>
            <a:r>
              <a:rPr lang="en-US" sz="2000" b="0" i="0" dirty="0">
                <a:effectLst/>
                <a:latin typeface="system-ui"/>
              </a:rPr>
              <a:t>Budget is limited for tools, servers, and technical manpower.</a:t>
            </a:r>
          </a:p>
          <a:p>
            <a:pPr algn="l">
              <a:buFont typeface="+mj-lt"/>
              <a:buAutoNum type="arabicPeriod"/>
            </a:pPr>
            <a:r>
              <a:rPr lang="en-US" sz="2000" b="0" i="0" dirty="0">
                <a:effectLst/>
                <a:latin typeface="system-ui"/>
              </a:rPr>
              <a:t>Project must show results before the placement season.</a:t>
            </a:r>
          </a:p>
          <a:p>
            <a:pPr algn="l">
              <a:buFont typeface="+mj-lt"/>
              <a:buAutoNum type="arabicPeriod"/>
            </a:pPr>
            <a:r>
              <a:rPr lang="en-US" sz="2000" b="0" i="0" dirty="0">
                <a:effectLst/>
                <a:latin typeface="system-ui"/>
              </a:rPr>
              <a:t>High dependence on external website (Naukri.com) for data availability.</a:t>
            </a:r>
          </a:p>
          <a:p>
            <a:pPr algn="l">
              <a:buFont typeface="+mj-lt"/>
              <a:buAutoNum type="arabicPeriod"/>
            </a:pPr>
            <a:r>
              <a:rPr lang="en-US" sz="2000" b="0" i="0" dirty="0">
                <a:effectLst/>
                <a:latin typeface="system-ui"/>
              </a:rPr>
              <a:t>Changes in website structure can disrupt data collection.</a:t>
            </a:r>
          </a:p>
          <a:p>
            <a:pPr algn="l">
              <a:buFont typeface="+mj-lt"/>
              <a:buAutoNum type="arabicPeriod"/>
            </a:pPr>
            <a:r>
              <a:rPr lang="en-US" sz="2000" b="0" i="0" dirty="0">
                <a:effectLst/>
                <a:latin typeface="system-ui"/>
              </a:rPr>
              <a:t>Anti-scraping mechanisms may limit data access.</a:t>
            </a:r>
          </a:p>
          <a:p>
            <a:pPr algn="l">
              <a:buFont typeface="+mj-lt"/>
              <a:buAutoNum type="arabicPeriod"/>
            </a:pPr>
            <a:r>
              <a:rPr lang="en-US" sz="2000" b="0" i="0" dirty="0">
                <a:effectLst/>
                <a:latin typeface="system-ui"/>
              </a:rPr>
              <a:t>Data quality issues such as duplicates, missing fields, and inconsistent formats.</a:t>
            </a:r>
          </a:p>
          <a:p>
            <a:pPr algn="l">
              <a:buFont typeface="+mj-lt"/>
              <a:buAutoNum type="arabicPeriod"/>
            </a:pPr>
            <a:r>
              <a:rPr lang="en-US" sz="2000" b="0" i="0" dirty="0">
                <a:effectLst/>
                <a:latin typeface="system-ui"/>
              </a:rPr>
              <a:t>System must be easy for students and placement teams to use.</a:t>
            </a:r>
          </a:p>
          <a:p>
            <a:pPr algn="l">
              <a:buFont typeface="+mj-lt"/>
              <a:buAutoNum type="arabicPeriod"/>
            </a:pPr>
            <a:r>
              <a:rPr lang="en-US" sz="2000" b="0" i="0" dirty="0">
                <a:effectLst/>
                <a:latin typeface="system-ui"/>
              </a:rPr>
              <a:t>Need to protect student and alumni data privacy.</a:t>
            </a:r>
          </a:p>
          <a:p>
            <a:pPr algn="l">
              <a:buFont typeface="+mj-lt"/>
              <a:buAutoNum type="arabicPeriod"/>
            </a:pPr>
            <a:r>
              <a:rPr lang="en-US" sz="2000" b="0" i="0" dirty="0">
                <a:effectLst/>
                <a:latin typeface="system-ui"/>
              </a:rPr>
              <a:t>Must follow institutional and legal data security guidelines.</a:t>
            </a:r>
          </a:p>
        </p:txBody>
      </p:sp>
    </p:spTree>
    <p:extLst>
      <p:ext uri="{BB962C8B-B14F-4D97-AF65-F5344CB8AC3E}">
        <p14:creationId xmlns:p14="http://schemas.microsoft.com/office/powerpoint/2010/main" val="4069081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2BF2-8453-9C6C-603D-7AFEC7CFF3A4}"/>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56687E79-6EA1-389E-2A0E-8CC0A04966E3}"/>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4" name="TextBox 3">
            <a:extLst>
              <a:ext uri="{FF2B5EF4-FFF2-40B4-BE49-F238E27FC236}">
                <a16:creationId xmlns:a16="http://schemas.microsoft.com/office/drawing/2014/main" id="{A82E455D-AFA4-FC99-0D3C-EE7177B2570D}"/>
              </a:ext>
            </a:extLst>
          </p:cNvPr>
          <p:cNvSpPr txBox="1"/>
          <p:nvPr/>
        </p:nvSpPr>
        <p:spPr>
          <a:xfrm>
            <a:off x="260554" y="331615"/>
            <a:ext cx="11670891" cy="5816977"/>
          </a:xfrm>
          <a:prstGeom prst="rect">
            <a:avLst/>
          </a:prstGeom>
          <a:noFill/>
        </p:spPr>
        <p:txBody>
          <a:bodyPr wrap="square">
            <a:spAutoFit/>
          </a:bodyPr>
          <a:lstStyle/>
          <a:p>
            <a:r>
              <a:rPr lang="en-US" sz="2400" b="1" dirty="0">
                <a:solidFill>
                  <a:srgbClr val="FF0000"/>
                </a:solidFill>
              </a:rPr>
              <a:t>🤷‍♂️ Reason for Choosing Naukri.com as the Job Search Platform</a:t>
            </a:r>
          </a:p>
          <a:p>
            <a:endParaRPr lang="en-US" sz="2400" dirty="0"/>
          </a:p>
          <a:p>
            <a:r>
              <a:rPr lang="en-US" sz="2000" dirty="0"/>
              <a:t>Naukri.com was selected as the primary data source for this project because it is one of India’s largest and most widely used job portals, offering extensive coverage across industries, job roles, experience levels, and locations. The platform provides rich job-related information such as job title, company name, required skills, experience range, location, salary (where disclosed), posting date, and company ratings. Since Naukri.com is actively used by recruiters from both multinational and domestic organizations, it reflects real-time hiring trends and current market demand, making it highly relevant for students and alumni seeking practical and up-to-date career opportunities.</a:t>
            </a:r>
          </a:p>
          <a:p>
            <a:endParaRPr lang="en-US" sz="2000" dirty="0"/>
          </a:p>
          <a:p>
            <a:r>
              <a:rPr lang="en-US" sz="2000" dirty="0"/>
              <a:t>Additionally, Naukri.com supports role-based and location-based job analysis, enabling meaningful insights into high-demand roles, preferred cities, and experience requirements. The availability of company ratings adds value by allowing evaluation of employer quality alongside job availability. From a technical standpoint, the platform presents real-world web scraping challenges such as dynamic content loading and inconsistent page structures, which strengthens the practical and industry relevance of the project. Overall, Naukri.com provides comprehensive, timely, and realistic job market data, making it an ideal choice for building a data-driven job assistance system for students and alumni.</a:t>
            </a:r>
          </a:p>
          <a:p>
            <a:endParaRPr lang="en-IN" sz="2400" dirty="0"/>
          </a:p>
        </p:txBody>
      </p:sp>
      <p:pic>
        <p:nvPicPr>
          <p:cNvPr id="6" name="Picture 5">
            <a:extLst>
              <a:ext uri="{FF2B5EF4-FFF2-40B4-BE49-F238E27FC236}">
                <a16:creationId xmlns:a16="http://schemas.microsoft.com/office/drawing/2014/main" id="{5BDE7D99-1981-5469-2CF9-60D3AD66CC9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5500" r="93500">
                        <a14:foregroundMark x1="16000" y1="43500" x2="19000" y2="46000"/>
                        <a14:foregroundMark x1="5500" y1="47000" x2="7000" y2="55000"/>
                        <a14:foregroundMark x1="15000" y1="41500" x2="14500" y2="44000"/>
                        <a14:foregroundMark x1="36500" y1="46000" x2="37000" y2="54000"/>
                        <a14:foregroundMark x1="52500" y1="45500" x2="47500" y2="47000"/>
                        <a14:foregroundMark x1="61000" y1="46000" x2="63000" y2="51000"/>
                        <a14:foregroundMark x1="73000" y1="45500" x2="76500" y2="53000"/>
                        <a14:foregroundMark x1="84500" y1="47500" x2="85500" y2="50500"/>
                        <a14:foregroundMark x1="91500" y1="47000" x2="93500" y2="51000"/>
                        <a14:foregroundMark x1="91500" y1="42500" x2="91500" y2="42500"/>
                      </a14:backgroundRemoval>
                    </a14:imgEffect>
                  </a14:imgLayer>
                </a14:imgProps>
              </a:ext>
              <a:ext uri="{28A0092B-C50C-407E-A947-70E740481C1C}">
                <a14:useLocalDpi xmlns:a14="http://schemas.microsoft.com/office/drawing/2010/main" val="0"/>
              </a:ext>
            </a:extLst>
          </a:blip>
          <a:stretch>
            <a:fillRect/>
          </a:stretch>
        </p:blipFill>
        <p:spPr>
          <a:xfrm>
            <a:off x="9269847" y="-142069"/>
            <a:ext cx="1443873" cy="1443873"/>
          </a:xfrm>
          <a:prstGeom prst="rect">
            <a:avLst/>
          </a:prstGeom>
        </p:spPr>
      </p:pic>
    </p:spTree>
    <p:extLst>
      <p:ext uri="{BB962C8B-B14F-4D97-AF65-F5344CB8AC3E}">
        <p14:creationId xmlns:p14="http://schemas.microsoft.com/office/powerpoint/2010/main" val="30631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B7958-2812-12CD-9808-6BDD697F540A}"/>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5A1155DC-E07D-442D-9BEE-7FFA884E9778}"/>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4" name="TextBox 3">
            <a:extLst>
              <a:ext uri="{FF2B5EF4-FFF2-40B4-BE49-F238E27FC236}">
                <a16:creationId xmlns:a16="http://schemas.microsoft.com/office/drawing/2014/main" id="{C33FF3A0-5284-B42F-7DF6-77A27F208962}"/>
              </a:ext>
            </a:extLst>
          </p:cNvPr>
          <p:cNvSpPr txBox="1"/>
          <p:nvPr/>
        </p:nvSpPr>
        <p:spPr>
          <a:xfrm>
            <a:off x="267453" y="3773132"/>
            <a:ext cx="10756491" cy="1015663"/>
          </a:xfrm>
          <a:prstGeom prst="rect">
            <a:avLst/>
          </a:prstGeom>
          <a:noFill/>
        </p:spPr>
        <p:txBody>
          <a:bodyPr wrap="square">
            <a:spAutoFit/>
          </a:bodyPr>
          <a:lstStyle/>
          <a:p>
            <a:r>
              <a:rPr lang="en-IN" sz="2000" dirty="0"/>
              <a:t>This project uses Python, Selenium, Chrome WebDriver, Pandas, NumPy, SciPy, NLP libraries, and visualization tools and </a:t>
            </a:r>
            <a:r>
              <a:rPr lang="en-IN" sz="2000" dirty="0" err="1"/>
              <a:t>Jupyter</a:t>
            </a:r>
            <a:r>
              <a:rPr lang="en-IN" sz="2000" dirty="0"/>
              <a:t> Notebook to build an end-to-end, data-driven job assistance system through real-time web scraping and statistical analysis.</a:t>
            </a:r>
          </a:p>
        </p:txBody>
      </p:sp>
      <p:pic>
        <p:nvPicPr>
          <p:cNvPr id="6" name="Picture 5">
            <a:extLst>
              <a:ext uri="{FF2B5EF4-FFF2-40B4-BE49-F238E27FC236}">
                <a16:creationId xmlns:a16="http://schemas.microsoft.com/office/drawing/2014/main" id="{A51CB713-CBF0-CEA4-58A9-A5EEA6F393BF}"/>
              </a:ext>
            </a:extLst>
          </p:cNvPr>
          <p:cNvPicPr>
            <a:picLocks noChangeAspect="1"/>
          </p:cNvPicPr>
          <p:nvPr/>
        </p:nvPicPr>
        <p:blipFill>
          <a:blip r:embed="rId3"/>
          <a:stretch>
            <a:fillRect/>
          </a:stretch>
        </p:blipFill>
        <p:spPr>
          <a:xfrm>
            <a:off x="168001" y="971207"/>
            <a:ext cx="11888859" cy="2457793"/>
          </a:xfrm>
          <a:prstGeom prst="rect">
            <a:avLst/>
          </a:prstGeom>
        </p:spPr>
      </p:pic>
      <p:sp>
        <p:nvSpPr>
          <p:cNvPr id="10" name="TextBox 9">
            <a:extLst>
              <a:ext uri="{FF2B5EF4-FFF2-40B4-BE49-F238E27FC236}">
                <a16:creationId xmlns:a16="http://schemas.microsoft.com/office/drawing/2014/main" id="{DC7544AD-7E79-B634-2839-E0F2E59996A5}"/>
              </a:ext>
            </a:extLst>
          </p:cNvPr>
          <p:cNvSpPr txBox="1"/>
          <p:nvPr/>
        </p:nvSpPr>
        <p:spPr>
          <a:xfrm>
            <a:off x="151570" y="321589"/>
            <a:ext cx="8691716" cy="461665"/>
          </a:xfrm>
          <a:prstGeom prst="rect">
            <a:avLst/>
          </a:prstGeom>
          <a:noFill/>
        </p:spPr>
        <p:txBody>
          <a:bodyPr wrap="square">
            <a:spAutoFit/>
          </a:bodyPr>
          <a:lstStyle/>
          <a:p>
            <a:r>
              <a:rPr lang="en-US" sz="2400" b="1" dirty="0">
                <a:solidFill>
                  <a:srgbClr val="FF0000"/>
                </a:solidFill>
              </a:rPr>
              <a:t>📩 </a:t>
            </a:r>
            <a:r>
              <a:rPr lang="en-IN" sz="2400" b="1" dirty="0">
                <a:solidFill>
                  <a:srgbClr val="FF0000"/>
                </a:solidFill>
              </a:rPr>
              <a:t>Starting off by installing all the useful libraries</a:t>
            </a:r>
            <a:endParaRPr lang="en-IN" sz="1800" b="1" dirty="0">
              <a:solidFill>
                <a:srgbClr val="FF0000"/>
              </a:solidFill>
            </a:endParaRPr>
          </a:p>
        </p:txBody>
      </p:sp>
    </p:spTree>
    <p:extLst>
      <p:ext uri="{BB962C8B-B14F-4D97-AF65-F5344CB8AC3E}">
        <p14:creationId xmlns:p14="http://schemas.microsoft.com/office/powerpoint/2010/main" val="3797225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8782-8374-068C-4AA4-BDCFF271F516}"/>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78252E3B-330D-544A-2BD1-F66E2934FC6E}"/>
              </a:ext>
            </a:extLst>
          </p:cNvPr>
          <p:cNvPicPr>
            <a:picLocks noChangeAspect="1"/>
          </p:cNvPicPr>
          <p:nvPr/>
        </p:nvPicPr>
        <p:blipFill>
          <a:blip r:embed="rId2"/>
          <a:stretch>
            <a:fillRect/>
          </a:stretch>
        </p:blipFill>
        <p:spPr>
          <a:xfrm>
            <a:off x="10521970" y="6148592"/>
            <a:ext cx="1534890" cy="632019"/>
          </a:xfrm>
          <a:prstGeom prst="rect">
            <a:avLst/>
          </a:prstGeom>
        </p:spPr>
      </p:pic>
      <p:pic>
        <p:nvPicPr>
          <p:cNvPr id="4" name="Picture 3">
            <a:extLst>
              <a:ext uri="{FF2B5EF4-FFF2-40B4-BE49-F238E27FC236}">
                <a16:creationId xmlns:a16="http://schemas.microsoft.com/office/drawing/2014/main" id="{A454BA97-B9B4-A3C3-90C8-518BC6DEE2BF}"/>
              </a:ext>
            </a:extLst>
          </p:cNvPr>
          <p:cNvPicPr>
            <a:picLocks noChangeAspect="1"/>
          </p:cNvPicPr>
          <p:nvPr/>
        </p:nvPicPr>
        <p:blipFill>
          <a:blip r:embed="rId3"/>
          <a:stretch>
            <a:fillRect/>
          </a:stretch>
        </p:blipFill>
        <p:spPr>
          <a:xfrm>
            <a:off x="253127" y="864788"/>
            <a:ext cx="10059515" cy="2676460"/>
          </a:xfrm>
          <a:prstGeom prst="rect">
            <a:avLst/>
          </a:prstGeom>
        </p:spPr>
      </p:pic>
      <p:sp>
        <p:nvSpPr>
          <p:cNvPr id="5" name="TextBox 4">
            <a:extLst>
              <a:ext uri="{FF2B5EF4-FFF2-40B4-BE49-F238E27FC236}">
                <a16:creationId xmlns:a16="http://schemas.microsoft.com/office/drawing/2014/main" id="{6244C75F-1C0E-314D-140B-FB780F1CB8C4}"/>
              </a:ext>
            </a:extLst>
          </p:cNvPr>
          <p:cNvSpPr txBox="1"/>
          <p:nvPr/>
        </p:nvSpPr>
        <p:spPr>
          <a:xfrm>
            <a:off x="97209" y="334297"/>
            <a:ext cx="12378453" cy="461665"/>
          </a:xfrm>
          <a:prstGeom prst="rect">
            <a:avLst/>
          </a:prstGeom>
          <a:noFill/>
        </p:spPr>
        <p:txBody>
          <a:bodyPr wrap="none" rtlCol="0">
            <a:spAutoFit/>
          </a:bodyPr>
          <a:lstStyle/>
          <a:p>
            <a:pPr marL="342900" indent="-342900">
              <a:buFont typeface="Wingdings" panose="05000000000000000000" pitchFamily="2" charset="2"/>
              <a:buChar char="Ø"/>
            </a:pPr>
            <a:r>
              <a:rPr lang="en-US" sz="2400" dirty="0">
                <a:solidFill>
                  <a:srgbClr val="FF0000"/>
                </a:solidFill>
              </a:rPr>
              <a:t>Setting up the browser using the web drivers and searching for the website using Selenium</a:t>
            </a:r>
            <a:endParaRPr lang="en-IN" sz="2400" dirty="0">
              <a:solidFill>
                <a:srgbClr val="FF0000"/>
              </a:solidFill>
            </a:endParaRPr>
          </a:p>
        </p:txBody>
      </p:sp>
      <p:pic>
        <p:nvPicPr>
          <p:cNvPr id="7" name="Picture 6">
            <a:extLst>
              <a:ext uri="{FF2B5EF4-FFF2-40B4-BE49-F238E27FC236}">
                <a16:creationId xmlns:a16="http://schemas.microsoft.com/office/drawing/2014/main" id="{FDC4B06C-4615-7419-5BE3-FCEF021AA949}"/>
              </a:ext>
            </a:extLst>
          </p:cNvPr>
          <p:cNvPicPr>
            <a:picLocks noChangeAspect="1"/>
          </p:cNvPicPr>
          <p:nvPr/>
        </p:nvPicPr>
        <p:blipFill>
          <a:blip r:embed="rId4"/>
          <a:srcRect r="34515"/>
          <a:stretch>
            <a:fillRect/>
          </a:stretch>
        </p:blipFill>
        <p:spPr>
          <a:xfrm>
            <a:off x="135140" y="3934087"/>
            <a:ext cx="7573350" cy="2594862"/>
          </a:xfrm>
          <a:prstGeom prst="rect">
            <a:avLst/>
          </a:prstGeom>
        </p:spPr>
      </p:pic>
      <p:sp>
        <p:nvSpPr>
          <p:cNvPr id="8" name="TextBox 7">
            <a:extLst>
              <a:ext uri="{FF2B5EF4-FFF2-40B4-BE49-F238E27FC236}">
                <a16:creationId xmlns:a16="http://schemas.microsoft.com/office/drawing/2014/main" id="{BF9DA861-CD0A-8151-493E-7AB0BACA4E1B}"/>
              </a:ext>
            </a:extLst>
          </p:cNvPr>
          <p:cNvSpPr txBox="1"/>
          <p:nvPr/>
        </p:nvSpPr>
        <p:spPr>
          <a:xfrm>
            <a:off x="7797763" y="4105454"/>
            <a:ext cx="4259097" cy="1477328"/>
          </a:xfrm>
          <a:prstGeom prst="rect">
            <a:avLst/>
          </a:prstGeom>
          <a:noFill/>
        </p:spPr>
        <p:txBody>
          <a:bodyPr wrap="square" rtlCol="0">
            <a:spAutoFit/>
          </a:bodyPr>
          <a:lstStyle/>
          <a:p>
            <a:pPr marL="285750" indent="-285750">
              <a:buFont typeface="Wingdings" panose="05000000000000000000" pitchFamily="2" charset="2"/>
              <a:buChar char="v"/>
            </a:pPr>
            <a:r>
              <a:rPr lang="en-US" dirty="0"/>
              <a:t>Feeding the URL and Searching for the Data Scientist Jobs.</a:t>
            </a:r>
          </a:p>
          <a:p>
            <a:endParaRPr lang="en-US" dirty="0"/>
          </a:p>
          <a:p>
            <a:r>
              <a:rPr lang="en-US" dirty="0"/>
              <a:t>Then selecting the city: Hyderabad from filters using the XPATH</a:t>
            </a:r>
            <a:endParaRPr lang="en-IN" dirty="0"/>
          </a:p>
        </p:txBody>
      </p:sp>
    </p:spTree>
    <p:extLst>
      <p:ext uri="{BB962C8B-B14F-4D97-AF65-F5344CB8AC3E}">
        <p14:creationId xmlns:p14="http://schemas.microsoft.com/office/powerpoint/2010/main" val="167710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D80D-DCDC-A344-B728-1B129B0A1EB1}"/>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45D21E0E-8703-6A8C-02FA-FE4EA2B9220B}"/>
              </a:ext>
            </a:extLst>
          </p:cNvPr>
          <p:cNvPicPr>
            <a:picLocks noChangeAspect="1"/>
          </p:cNvPicPr>
          <p:nvPr/>
        </p:nvPicPr>
        <p:blipFill>
          <a:blip r:embed="rId2"/>
          <a:stretch>
            <a:fillRect/>
          </a:stretch>
        </p:blipFill>
        <p:spPr>
          <a:xfrm>
            <a:off x="10521970" y="6148592"/>
            <a:ext cx="1534890" cy="632019"/>
          </a:xfrm>
          <a:prstGeom prst="rect">
            <a:avLst/>
          </a:prstGeom>
        </p:spPr>
      </p:pic>
      <p:pic>
        <p:nvPicPr>
          <p:cNvPr id="4" name="Picture 3">
            <a:extLst>
              <a:ext uri="{FF2B5EF4-FFF2-40B4-BE49-F238E27FC236}">
                <a16:creationId xmlns:a16="http://schemas.microsoft.com/office/drawing/2014/main" id="{5844F28A-45BF-C306-F9B3-BBD17901A24D}"/>
              </a:ext>
            </a:extLst>
          </p:cNvPr>
          <p:cNvPicPr>
            <a:picLocks noChangeAspect="1"/>
          </p:cNvPicPr>
          <p:nvPr/>
        </p:nvPicPr>
        <p:blipFill>
          <a:blip r:embed="rId3"/>
          <a:stretch>
            <a:fillRect/>
          </a:stretch>
        </p:blipFill>
        <p:spPr>
          <a:xfrm>
            <a:off x="8227940" y="77389"/>
            <a:ext cx="3828919" cy="4229969"/>
          </a:xfrm>
          <a:prstGeom prst="rect">
            <a:avLst/>
          </a:prstGeom>
        </p:spPr>
      </p:pic>
      <p:sp>
        <p:nvSpPr>
          <p:cNvPr id="5" name="TextBox 4">
            <a:extLst>
              <a:ext uri="{FF2B5EF4-FFF2-40B4-BE49-F238E27FC236}">
                <a16:creationId xmlns:a16="http://schemas.microsoft.com/office/drawing/2014/main" id="{F63116BF-F704-2694-4F27-1ADBB84FE47F}"/>
              </a:ext>
            </a:extLst>
          </p:cNvPr>
          <p:cNvSpPr txBox="1"/>
          <p:nvPr/>
        </p:nvSpPr>
        <p:spPr>
          <a:xfrm>
            <a:off x="243295" y="235973"/>
            <a:ext cx="7984645"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rgbClr val="FF0000"/>
                </a:solidFill>
              </a:rPr>
              <a:t>Searched for the relevant features using the CSS_SELECTOR and CLASS_NAME</a:t>
            </a:r>
          </a:p>
          <a:p>
            <a:endParaRPr lang="en-US" dirty="0"/>
          </a:p>
          <a:p>
            <a:r>
              <a:rPr lang="en-US" dirty="0"/>
              <a:t>Then tested to see if the class or </a:t>
            </a:r>
            <a:r>
              <a:rPr lang="en-US" dirty="0" err="1"/>
              <a:t>css</a:t>
            </a:r>
            <a:r>
              <a:rPr lang="en-US" dirty="0"/>
              <a:t> selector is giving the correct value and encountered challenges in the patterns that were resolved using the regex functions to extract the patterns of our choice.</a:t>
            </a:r>
            <a:endParaRPr lang="en-IN" dirty="0"/>
          </a:p>
        </p:txBody>
      </p:sp>
      <p:pic>
        <p:nvPicPr>
          <p:cNvPr id="7" name="Picture 6">
            <a:extLst>
              <a:ext uri="{FF2B5EF4-FFF2-40B4-BE49-F238E27FC236}">
                <a16:creationId xmlns:a16="http://schemas.microsoft.com/office/drawing/2014/main" id="{3B4DA90D-6EBA-4BED-221E-EB51BA4697FF}"/>
              </a:ext>
            </a:extLst>
          </p:cNvPr>
          <p:cNvPicPr>
            <a:picLocks noChangeAspect="1"/>
          </p:cNvPicPr>
          <p:nvPr/>
        </p:nvPicPr>
        <p:blipFill>
          <a:blip r:embed="rId4"/>
          <a:stretch>
            <a:fillRect/>
          </a:stretch>
        </p:blipFill>
        <p:spPr>
          <a:xfrm>
            <a:off x="396937" y="2431983"/>
            <a:ext cx="7350553" cy="1994033"/>
          </a:xfrm>
          <a:prstGeom prst="rect">
            <a:avLst/>
          </a:prstGeom>
        </p:spPr>
      </p:pic>
      <p:sp>
        <p:nvSpPr>
          <p:cNvPr id="8" name="TextBox 7">
            <a:extLst>
              <a:ext uri="{FF2B5EF4-FFF2-40B4-BE49-F238E27FC236}">
                <a16:creationId xmlns:a16="http://schemas.microsoft.com/office/drawing/2014/main" id="{5E3781EA-BA5A-B49B-46F9-D281E5DC899B}"/>
              </a:ext>
            </a:extLst>
          </p:cNvPr>
          <p:cNvSpPr txBox="1"/>
          <p:nvPr/>
        </p:nvSpPr>
        <p:spPr>
          <a:xfrm>
            <a:off x="243295" y="4821532"/>
            <a:ext cx="10700738" cy="923330"/>
          </a:xfrm>
          <a:prstGeom prst="rect">
            <a:avLst/>
          </a:prstGeom>
          <a:noFill/>
        </p:spPr>
        <p:txBody>
          <a:bodyPr wrap="square" rtlCol="0">
            <a:spAutoFit/>
          </a:bodyPr>
          <a:lstStyle/>
          <a:p>
            <a:pPr marL="285750" indent="-285750">
              <a:buFont typeface="Wingdings" panose="05000000000000000000" pitchFamily="2" charset="2"/>
              <a:buChar char="v"/>
            </a:pPr>
            <a:r>
              <a:rPr lang="en-US" dirty="0"/>
              <a:t>Encountered challenge when extracting the skills that all the words were being attached to next word.</a:t>
            </a:r>
          </a:p>
          <a:p>
            <a:endParaRPr lang="en-US" dirty="0"/>
          </a:p>
          <a:p>
            <a:r>
              <a:rPr lang="en-US" dirty="0"/>
              <a:t>This was resolved using the word tokenization to get break down the words and then get the correct skill </a:t>
            </a:r>
            <a:endParaRPr lang="en-IN" dirty="0"/>
          </a:p>
        </p:txBody>
      </p:sp>
    </p:spTree>
    <p:extLst>
      <p:ext uri="{BB962C8B-B14F-4D97-AF65-F5344CB8AC3E}">
        <p14:creationId xmlns:p14="http://schemas.microsoft.com/office/powerpoint/2010/main" val="3576164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BF46F-912E-44EA-3B18-73D6463A80E7}"/>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8FCB941B-D001-76C0-5979-26430D5A7CD2}"/>
              </a:ext>
            </a:extLst>
          </p:cNvPr>
          <p:cNvPicPr>
            <a:picLocks noChangeAspect="1"/>
          </p:cNvPicPr>
          <p:nvPr/>
        </p:nvPicPr>
        <p:blipFill>
          <a:blip r:embed="rId2"/>
          <a:stretch>
            <a:fillRect/>
          </a:stretch>
        </p:blipFill>
        <p:spPr>
          <a:xfrm>
            <a:off x="10521970" y="6148592"/>
            <a:ext cx="1534890" cy="632019"/>
          </a:xfrm>
          <a:prstGeom prst="rect">
            <a:avLst/>
          </a:prstGeom>
        </p:spPr>
      </p:pic>
      <p:pic>
        <p:nvPicPr>
          <p:cNvPr id="4" name="Picture 3">
            <a:extLst>
              <a:ext uri="{FF2B5EF4-FFF2-40B4-BE49-F238E27FC236}">
                <a16:creationId xmlns:a16="http://schemas.microsoft.com/office/drawing/2014/main" id="{B1E9EB9D-2E76-EABA-48F3-B021EC63293E}"/>
              </a:ext>
            </a:extLst>
          </p:cNvPr>
          <p:cNvPicPr>
            <a:picLocks noChangeAspect="1"/>
          </p:cNvPicPr>
          <p:nvPr/>
        </p:nvPicPr>
        <p:blipFill>
          <a:blip r:embed="rId3"/>
          <a:stretch>
            <a:fillRect/>
          </a:stretch>
        </p:blipFill>
        <p:spPr>
          <a:xfrm>
            <a:off x="325850" y="3583339"/>
            <a:ext cx="5362149" cy="3159838"/>
          </a:xfrm>
          <a:prstGeom prst="rect">
            <a:avLst/>
          </a:prstGeom>
        </p:spPr>
      </p:pic>
      <p:sp>
        <p:nvSpPr>
          <p:cNvPr id="5" name="TextBox 4">
            <a:extLst>
              <a:ext uri="{FF2B5EF4-FFF2-40B4-BE49-F238E27FC236}">
                <a16:creationId xmlns:a16="http://schemas.microsoft.com/office/drawing/2014/main" id="{E00F41E0-5A62-B633-82DB-E9918FD54A25}"/>
              </a:ext>
            </a:extLst>
          </p:cNvPr>
          <p:cNvSpPr txBox="1"/>
          <p:nvPr/>
        </p:nvSpPr>
        <p:spPr>
          <a:xfrm>
            <a:off x="148869" y="151630"/>
            <a:ext cx="11540300" cy="3431709"/>
          </a:xfrm>
          <a:prstGeom prst="rect">
            <a:avLst/>
          </a:prstGeom>
          <a:noFill/>
        </p:spPr>
        <p:txBody>
          <a:bodyPr wrap="square" rtlCol="0">
            <a:spAutoFit/>
          </a:bodyPr>
          <a:lstStyle/>
          <a:p>
            <a:r>
              <a:rPr lang="en-US" sz="2400" b="1" dirty="0">
                <a:solidFill>
                  <a:srgbClr val="FF0000"/>
                </a:solidFill>
              </a:rPr>
              <a:t>⭐IMPORTANT PART</a:t>
            </a:r>
          </a:p>
          <a:p>
            <a:endParaRPr lang="en-US" sz="1100" dirty="0"/>
          </a:p>
          <a:p>
            <a:r>
              <a:rPr lang="en-IN" sz="2000" dirty="0"/>
              <a:t>Once we have all the patterns of the relevant features that we are going to extract from the website we used a FOR loop to extract these patterns from all the pages to get the most amount of jobs.</a:t>
            </a:r>
          </a:p>
          <a:p>
            <a:endParaRPr lang="en-IN" sz="1100" dirty="0"/>
          </a:p>
          <a:p>
            <a:r>
              <a:rPr lang="en-IN" sz="2000" dirty="0"/>
              <a:t>When using the for loop we assign the page locator in the link as a place holder what will be changed as FOR loop keeps running.</a:t>
            </a:r>
          </a:p>
          <a:p>
            <a:endParaRPr lang="en-IN" sz="1100" dirty="0"/>
          </a:p>
          <a:p>
            <a:r>
              <a:rPr lang="en-IN" sz="2000" dirty="0"/>
              <a:t>During the same process we also have to ensure that the pages load properly to ensure that correct data from correct page is extracted and to make sure that the next page in the FOR loop is loaded before extracting the patterns we introduced the time sleep that ensures that the page is loaded and ready to be scraped for the patterns in the FOR loop.</a:t>
            </a:r>
          </a:p>
        </p:txBody>
      </p:sp>
    </p:spTree>
    <p:extLst>
      <p:ext uri="{BB962C8B-B14F-4D97-AF65-F5344CB8AC3E}">
        <p14:creationId xmlns:p14="http://schemas.microsoft.com/office/powerpoint/2010/main" val="4130510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4356A-E3B1-A07B-FCA3-232C2B79AC8A}"/>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D7956EB6-80F9-1C01-DFA5-97F5C7F4E3AB}"/>
              </a:ext>
            </a:extLst>
          </p:cNvPr>
          <p:cNvPicPr>
            <a:picLocks noChangeAspect="1"/>
          </p:cNvPicPr>
          <p:nvPr/>
        </p:nvPicPr>
        <p:blipFill>
          <a:blip r:embed="rId2"/>
          <a:stretch>
            <a:fillRect/>
          </a:stretch>
        </p:blipFill>
        <p:spPr>
          <a:xfrm>
            <a:off x="10521970" y="6148592"/>
            <a:ext cx="1534890" cy="632019"/>
          </a:xfrm>
          <a:prstGeom prst="rect">
            <a:avLst/>
          </a:prstGeom>
        </p:spPr>
      </p:pic>
      <p:pic>
        <p:nvPicPr>
          <p:cNvPr id="4" name="Picture 3">
            <a:extLst>
              <a:ext uri="{FF2B5EF4-FFF2-40B4-BE49-F238E27FC236}">
                <a16:creationId xmlns:a16="http://schemas.microsoft.com/office/drawing/2014/main" id="{D95361CD-8F35-EBBB-96EF-B5066174537E}"/>
              </a:ext>
            </a:extLst>
          </p:cNvPr>
          <p:cNvPicPr>
            <a:picLocks noChangeAspect="1"/>
          </p:cNvPicPr>
          <p:nvPr/>
        </p:nvPicPr>
        <p:blipFill>
          <a:blip r:embed="rId3"/>
          <a:stretch>
            <a:fillRect/>
          </a:stretch>
        </p:blipFill>
        <p:spPr>
          <a:xfrm>
            <a:off x="192647" y="1240093"/>
            <a:ext cx="10212225" cy="1343212"/>
          </a:xfrm>
          <a:prstGeom prst="rect">
            <a:avLst/>
          </a:prstGeom>
        </p:spPr>
      </p:pic>
      <p:sp>
        <p:nvSpPr>
          <p:cNvPr id="5" name="TextBox 4">
            <a:extLst>
              <a:ext uri="{FF2B5EF4-FFF2-40B4-BE49-F238E27FC236}">
                <a16:creationId xmlns:a16="http://schemas.microsoft.com/office/drawing/2014/main" id="{8087251A-913B-77C2-32CD-4857B536579D}"/>
              </a:ext>
            </a:extLst>
          </p:cNvPr>
          <p:cNvSpPr txBox="1"/>
          <p:nvPr/>
        </p:nvSpPr>
        <p:spPr>
          <a:xfrm>
            <a:off x="192647" y="436724"/>
            <a:ext cx="11373006" cy="646331"/>
          </a:xfrm>
          <a:prstGeom prst="rect">
            <a:avLst/>
          </a:prstGeom>
          <a:noFill/>
        </p:spPr>
        <p:txBody>
          <a:bodyPr wrap="square" rtlCol="0">
            <a:spAutoFit/>
          </a:bodyPr>
          <a:lstStyle/>
          <a:p>
            <a:r>
              <a:rPr lang="en-US" dirty="0"/>
              <a:t>Once we have the data scraped from the desired number of pages and safely stored in the variables, then we use the pandas library and </a:t>
            </a:r>
            <a:r>
              <a:rPr lang="en-US" dirty="0" err="1"/>
              <a:t>itertools</a:t>
            </a:r>
            <a:r>
              <a:rPr lang="en-US" dirty="0"/>
              <a:t> to combine and make a </a:t>
            </a:r>
            <a:r>
              <a:rPr lang="en-US" dirty="0" err="1"/>
              <a:t>DataFrame</a:t>
            </a:r>
            <a:r>
              <a:rPr lang="en-US" dirty="0"/>
              <a:t> from the scraped data.</a:t>
            </a:r>
            <a:endParaRPr lang="en-IN" dirty="0"/>
          </a:p>
        </p:txBody>
      </p:sp>
      <p:pic>
        <p:nvPicPr>
          <p:cNvPr id="7" name="Picture 6">
            <a:extLst>
              <a:ext uri="{FF2B5EF4-FFF2-40B4-BE49-F238E27FC236}">
                <a16:creationId xmlns:a16="http://schemas.microsoft.com/office/drawing/2014/main" id="{3E47F98B-AC90-7074-4BCD-316B7F87C679}"/>
              </a:ext>
            </a:extLst>
          </p:cNvPr>
          <p:cNvPicPr>
            <a:picLocks noChangeAspect="1"/>
          </p:cNvPicPr>
          <p:nvPr/>
        </p:nvPicPr>
        <p:blipFill>
          <a:blip r:embed="rId4"/>
          <a:stretch>
            <a:fillRect/>
          </a:stretch>
        </p:blipFill>
        <p:spPr>
          <a:xfrm>
            <a:off x="192647" y="3429000"/>
            <a:ext cx="8878539" cy="504895"/>
          </a:xfrm>
          <a:prstGeom prst="rect">
            <a:avLst/>
          </a:prstGeom>
        </p:spPr>
      </p:pic>
      <p:sp>
        <p:nvSpPr>
          <p:cNvPr id="8" name="TextBox 7">
            <a:extLst>
              <a:ext uri="{FF2B5EF4-FFF2-40B4-BE49-F238E27FC236}">
                <a16:creationId xmlns:a16="http://schemas.microsoft.com/office/drawing/2014/main" id="{B49F58BF-F2CE-B0DF-C333-3EBDC8D1F238}"/>
              </a:ext>
            </a:extLst>
          </p:cNvPr>
          <p:cNvSpPr txBox="1"/>
          <p:nvPr/>
        </p:nvSpPr>
        <p:spPr>
          <a:xfrm>
            <a:off x="192647" y="2941447"/>
            <a:ext cx="10281982" cy="369332"/>
          </a:xfrm>
          <a:prstGeom prst="rect">
            <a:avLst/>
          </a:prstGeom>
          <a:noFill/>
        </p:spPr>
        <p:txBody>
          <a:bodyPr wrap="none" rtlCol="0">
            <a:spAutoFit/>
          </a:bodyPr>
          <a:lstStyle/>
          <a:p>
            <a:r>
              <a:rPr lang="en-US" dirty="0"/>
              <a:t>After verifying the </a:t>
            </a:r>
            <a:r>
              <a:rPr lang="en-US" dirty="0" err="1"/>
              <a:t>DataFrame</a:t>
            </a:r>
            <a:r>
              <a:rPr lang="en-US" dirty="0"/>
              <a:t> is made we can safely store it in a CSV format using the </a:t>
            </a:r>
            <a:r>
              <a:rPr lang="en-US" dirty="0">
                <a:solidFill>
                  <a:srgbClr val="FF0000"/>
                </a:solidFill>
              </a:rPr>
              <a:t>“</a:t>
            </a:r>
            <a:r>
              <a:rPr lang="en-US" dirty="0" err="1">
                <a:solidFill>
                  <a:srgbClr val="FF0000"/>
                </a:solidFill>
              </a:rPr>
              <a:t>to_csv</a:t>
            </a:r>
            <a:r>
              <a:rPr lang="en-US" dirty="0">
                <a:solidFill>
                  <a:srgbClr val="FF0000"/>
                </a:solidFill>
              </a:rPr>
              <a:t>”</a:t>
            </a:r>
            <a:r>
              <a:rPr lang="en-US" dirty="0"/>
              <a:t> function</a:t>
            </a:r>
            <a:endParaRPr lang="en-IN" dirty="0"/>
          </a:p>
        </p:txBody>
      </p:sp>
      <p:sp>
        <p:nvSpPr>
          <p:cNvPr id="11" name="TextBox 10">
            <a:extLst>
              <a:ext uri="{FF2B5EF4-FFF2-40B4-BE49-F238E27FC236}">
                <a16:creationId xmlns:a16="http://schemas.microsoft.com/office/drawing/2014/main" id="{D52A3152-50A9-40AF-3111-AFCD9F13488A}"/>
              </a:ext>
            </a:extLst>
          </p:cNvPr>
          <p:cNvSpPr txBox="1"/>
          <p:nvPr/>
        </p:nvSpPr>
        <p:spPr>
          <a:xfrm>
            <a:off x="192647" y="4257031"/>
            <a:ext cx="11505073" cy="523220"/>
          </a:xfrm>
          <a:prstGeom prst="rect">
            <a:avLst/>
          </a:prstGeom>
          <a:noFill/>
        </p:spPr>
        <p:txBody>
          <a:bodyPr wrap="none" rtlCol="0">
            <a:spAutoFit/>
          </a:bodyPr>
          <a:lstStyle/>
          <a:p>
            <a:r>
              <a:rPr lang="en-US" sz="2800" b="1" dirty="0">
                <a:solidFill>
                  <a:srgbClr val="FF0000"/>
                </a:solidFill>
              </a:rPr>
              <a:t>Since we have the Data ready now we start the Data-cleaning and EDA</a:t>
            </a:r>
            <a:endParaRPr lang="en-IN" sz="2800" b="1" dirty="0">
              <a:solidFill>
                <a:srgbClr val="FF0000"/>
              </a:solidFill>
            </a:endParaRPr>
          </a:p>
        </p:txBody>
      </p:sp>
      <p:pic>
        <p:nvPicPr>
          <p:cNvPr id="13" name="Picture 12">
            <a:extLst>
              <a:ext uri="{FF2B5EF4-FFF2-40B4-BE49-F238E27FC236}">
                <a16:creationId xmlns:a16="http://schemas.microsoft.com/office/drawing/2014/main" id="{AF946D69-28D5-C43D-938D-A5FBCDB97D30}"/>
              </a:ext>
            </a:extLst>
          </p:cNvPr>
          <p:cNvPicPr>
            <a:picLocks noChangeAspect="1"/>
          </p:cNvPicPr>
          <p:nvPr/>
        </p:nvPicPr>
        <p:blipFill>
          <a:blip r:embed="rId5"/>
          <a:stretch>
            <a:fillRect/>
          </a:stretch>
        </p:blipFill>
        <p:spPr>
          <a:xfrm>
            <a:off x="449208" y="4873264"/>
            <a:ext cx="4182708" cy="1984736"/>
          </a:xfrm>
          <a:prstGeom prst="rect">
            <a:avLst/>
          </a:prstGeom>
        </p:spPr>
      </p:pic>
    </p:spTree>
    <p:extLst>
      <p:ext uri="{BB962C8B-B14F-4D97-AF65-F5344CB8AC3E}">
        <p14:creationId xmlns:p14="http://schemas.microsoft.com/office/powerpoint/2010/main" val="3633982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3010E-A7BC-60C9-6B04-CE11F20A8A58}"/>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7A415EDC-5A40-BD62-82CC-9777DD43FD79}"/>
              </a:ext>
            </a:extLst>
          </p:cNvPr>
          <p:cNvPicPr>
            <a:picLocks noChangeAspect="1"/>
          </p:cNvPicPr>
          <p:nvPr/>
        </p:nvPicPr>
        <p:blipFill>
          <a:blip r:embed="rId2"/>
          <a:stretch>
            <a:fillRect/>
          </a:stretch>
        </p:blipFill>
        <p:spPr>
          <a:xfrm>
            <a:off x="10521970" y="6148592"/>
            <a:ext cx="1534890" cy="632019"/>
          </a:xfrm>
          <a:prstGeom prst="rect">
            <a:avLst/>
          </a:prstGeom>
        </p:spPr>
      </p:pic>
      <p:pic>
        <p:nvPicPr>
          <p:cNvPr id="4" name="Picture 3">
            <a:extLst>
              <a:ext uri="{FF2B5EF4-FFF2-40B4-BE49-F238E27FC236}">
                <a16:creationId xmlns:a16="http://schemas.microsoft.com/office/drawing/2014/main" id="{1D72440E-29EA-E9BE-EEC9-B7126AB10CE4}"/>
              </a:ext>
            </a:extLst>
          </p:cNvPr>
          <p:cNvPicPr>
            <a:picLocks noChangeAspect="1"/>
          </p:cNvPicPr>
          <p:nvPr/>
        </p:nvPicPr>
        <p:blipFill>
          <a:blip r:embed="rId3"/>
          <a:stretch>
            <a:fillRect/>
          </a:stretch>
        </p:blipFill>
        <p:spPr>
          <a:xfrm>
            <a:off x="6398245" y="1561847"/>
            <a:ext cx="4419095" cy="4001400"/>
          </a:xfrm>
          <a:prstGeom prst="rect">
            <a:avLst/>
          </a:prstGeom>
        </p:spPr>
      </p:pic>
      <p:sp>
        <p:nvSpPr>
          <p:cNvPr id="5" name="TextBox 4">
            <a:extLst>
              <a:ext uri="{FF2B5EF4-FFF2-40B4-BE49-F238E27FC236}">
                <a16:creationId xmlns:a16="http://schemas.microsoft.com/office/drawing/2014/main" id="{BC2C1F68-1CD4-3165-BB04-8057F76F8B36}"/>
              </a:ext>
            </a:extLst>
          </p:cNvPr>
          <p:cNvSpPr txBox="1"/>
          <p:nvPr/>
        </p:nvSpPr>
        <p:spPr>
          <a:xfrm>
            <a:off x="471949" y="521109"/>
            <a:ext cx="6764593" cy="646331"/>
          </a:xfrm>
          <a:prstGeom prst="rect">
            <a:avLst/>
          </a:prstGeom>
          <a:noFill/>
        </p:spPr>
        <p:txBody>
          <a:bodyPr wrap="square" rtlCol="0">
            <a:spAutoFit/>
          </a:bodyPr>
          <a:lstStyle/>
          <a:p>
            <a:r>
              <a:rPr lang="en-US" dirty="0"/>
              <a:t>Used </a:t>
            </a:r>
            <a:r>
              <a:rPr lang="en-US" dirty="0" err="1"/>
              <a:t>nltk</a:t>
            </a:r>
            <a:r>
              <a:rPr lang="en-US" dirty="0"/>
              <a:t> and word segment to tokenize  the skills and then find the most demanding skill for the jobs. </a:t>
            </a:r>
            <a:endParaRPr lang="en-IN" dirty="0"/>
          </a:p>
        </p:txBody>
      </p:sp>
      <p:pic>
        <p:nvPicPr>
          <p:cNvPr id="7" name="Picture 6">
            <a:extLst>
              <a:ext uri="{FF2B5EF4-FFF2-40B4-BE49-F238E27FC236}">
                <a16:creationId xmlns:a16="http://schemas.microsoft.com/office/drawing/2014/main" id="{5373DAD7-2DCA-F17A-BF26-85F6EF7C1554}"/>
              </a:ext>
            </a:extLst>
          </p:cNvPr>
          <p:cNvPicPr>
            <a:picLocks noChangeAspect="1"/>
          </p:cNvPicPr>
          <p:nvPr/>
        </p:nvPicPr>
        <p:blipFill>
          <a:blip r:embed="rId4"/>
          <a:stretch>
            <a:fillRect/>
          </a:stretch>
        </p:blipFill>
        <p:spPr>
          <a:xfrm>
            <a:off x="571628" y="2956518"/>
            <a:ext cx="4968127" cy="2996859"/>
          </a:xfrm>
          <a:prstGeom prst="rect">
            <a:avLst/>
          </a:prstGeom>
        </p:spPr>
      </p:pic>
      <p:pic>
        <p:nvPicPr>
          <p:cNvPr id="10" name="Picture 9">
            <a:extLst>
              <a:ext uri="{FF2B5EF4-FFF2-40B4-BE49-F238E27FC236}">
                <a16:creationId xmlns:a16="http://schemas.microsoft.com/office/drawing/2014/main" id="{361EAE77-EF45-6989-FC63-F3F9435642C5}"/>
              </a:ext>
            </a:extLst>
          </p:cNvPr>
          <p:cNvPicPr>
            <a:picLocks noChangeAspect="1"/>
          </p:cNvPicPr>
          <p:nvPr/>
        </p:nvPicPr>
        <p:blipFill>
          <a:blip r:embed="rId5"/>
          <a:stretch>
            <a:fillRect/>
          </a:stretch>
        </p:blipFill>
        <p:spPr>
          <a:xfrm>
            <a:off x="567012" y="1561847"/>
            <a:ext cx="4972744" cy="1000265"/>
          </a:xfrm>
          <a:prstGeom prst="rect">
            <a:avLst/>
          </a:prstGeom>
        </p:spPr>
      </p:pic>
    </p:spTree>
    <p:extLst>
      <p:ext uri="{BB962C8B-B14F-4D97-AF65-F5344CB8AC3E}">
        <p14:creationId xmlns:p14="http://schemas.microsoft.com/office/powerpoint/2010/main" val="1413203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D702F-AA52-8986-40FD-F82E63DEF04B}"/>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DAA45F19-1164-4995-7EA2-593537A9F70F}"/>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3" name="TextBox 2">
            <a:extLst>
              <a:ext uri="{FF2B5EF4-FFF2-40B4-BE49-F238E27FC236}">
                <a16:creationId xmlns:a16="http://schemas.microsoft.com/office/drawing/2014/main" id="{09029416-566B-2CAF-DC74-6A5165067C0D}"/>
              </a:ext>
            </a:extLst>
          </p:cNvPr>
          <p:cNvSpPr txBox="1"/>
          <p:nvPr/>
        </p:nvSpPr>
        <p:spPr>
          <a:xfrm>
            <a:off x="285135" y="167148"/>
            <a:ext cx="3583032" cy="523220"/>
          </a:xfrm>
          <a:prstGeom prst="rect">
            <a:avLst/>
          </a:prstGeom>
          <a:noFill/>
        </p:spPr>
        <p:txBody>
          <a:bodyPr wrap="none" rtlCol="0">
            <a:spAutoFit/>
          </a:bodyPr>
          <a:lstStyle/>
          <a:p>
            <a:pPr marL="457200" indent="-457200">
              <a:buFont typeface="Wingdings" panose="05000000000000000000" pitchFamily="2" charset="2"/>
              <a:buChar char="Ø"/>
            </a:pPr>
            <a:r>
              <a:rPr lang="en-US" sz="2800" dirty="0">
                <a:solidFill>
                  <a:srgbClr val="FF0000"/>
                </a:solidFill>
              </a:rPr>
              <a:t>Univariate Analysis</a:t>
            </a:r>
            <a:endParaRPr lang="en-IN" dirty="0">
              <a:solidFill>
                <a:srgbClr val="FF0000"/>
              </a:solidFill>
            </a:endParaRPr>
          </a:p>
        </p:txBody>
      </p:sp>
      <p:pic>
        <p:nvPicPr>
          <p:cNvPr id="5" name="Picture 4">
            <a:extLst>
              <a:ext uri="{FF2B5EF4-FFF2-40B4-BE49-F238E27FC236}">
                <a16:creationId xmlns:a16="http://schemas.microsoft.com/office/drawing/2014/main" id="{BC91A2F8-23B6-C119-E601-7E6319630C83}"/>
              </a:ext>
            </a:extLst>
          </p:cNvPr>
          <p:cNvPicPr>
            <a:picLocks noChangeAspect="1"/>
          </p:cNvPicPr>
          <p:nvPr/>
        </p:nvPicPr>
        <p:blipFill>
          <a:blip r:embed="rId3"/>
          <a:stretch>
            <a:fillRect/>
          </a:stretch>
        </p:blipFill>
        <p:spPr>
          <a:xfrm>
            <a:off x="285135" y="690368"/>
            <a:ext cx="7259063" cy="1095528"/>
          </a:xfrm>
          <a:prstGeom prst="rect">
            <a:avLst/>
          </a:prstGeom>
        </p:spPr>
      </p:pic>
      <p:pic>
        <p:nvPicPr>
          <p:cNvPr id="7" name="Picture 6">
            <a:extLst>
              <a:ext uri="{FF2B5EF4-FFF2-40B4-BE49-F238E27FC236}">
                <a16:creationId xmlns:a16="http://schemas.microsoft.com/office/drawing/2014/main" id="{D5232E53-0F7D-3EBA-77A5-C285811688B6}"/>
              </a:ext>
            </a:extLst>
          </p:cNvPr>
          <p:cNvPicPr>
            <a:picLocks noChangeAspect="1"/>
          </p:cNvPicPr>
          <p:nvPr/>
        </p:nvPicPr>
        <p:blipFill>
          <a:blip r:embed="rId4"/>
          <a:srcRect r="2785"/>
          <a:stretch>
            <a:fillRect/>
          </a:stretch>
        </p:blipFill>
        <p:spPr>
          <a:xfrm>
            <a:off x="383458" y="2075626"/>
            <a:ext cx="5073445" cy="4092006"/>
          </a:xfrm>
          <a:prstGeom prst="rect">
            <a:avLst/>
          </a:prstGeom>
        </p:spPr>
      </p:pic>
      <p:sp>
        <p:nvSpPr>
          <p:cNvPr id="8" name="TextBox 7">
            <a:extLst>
              <a:ext uri="{FF2B5EF4-FFF2-40B4-BE49-F238E27FC236}">
                <a16:creationId xmlns:a16="http://schemas.microsoft.com/office/drawing/2014/main" id="{59D75F0E-8CE7-7CE8-4311-6C17C50D9D9E}"/>
              </a:ext>
            </a:extLst>
          </p:cNvPr>
          <p:cNvSpPr txBox="1"/>
          <p:nvPr/>
        </p:nvSpPr>
        <p:spPr>
          <a:xfrm>
            <a:off x="5861920" y="2008033"/>
            <a:ext cx="5837444" cy="1323439"/>
          </a:xfrm>
          <a:prstGeom prst="rect">
            <a:avLst/>
          </a:prstGeom>
          <a:noFill/>
        </p:spPr>
        <p:txBody>
          <a:bodyPr wrap="square" rtlCol="0">
            <a:spAutoFit/>
          </a:bodyPr>
          <a:lstStyle/>
          <a:p>
            <a:r>
              <a:rPr lang="en-US" sz="2000" dirty="0"/>
              <a:t>Used the value count function to get the most demanding job role in the field of Data science and Data analysis, and similarly we visualized the experience required for the most jobs.</a:t>
            </a:r>
            <a:endParaRPr lang="en-IN" sz="2000" dirty="0"/>
          </a:p>
        </p:txBody>
      </p:sp>
      <p:pic>
        <p:nvPicPr>
          <p:cNvPr id="10" name="Picture 9">
            <a:extLst>
              <a:ext uri="{FF2B5EF4-FFF2-40B4-BE49-F238E27FC236}">
                <a16:creationId xmlns:a16="http://schemas.microsoft.com/office/drawing/2014/main" id="{DCCEA6A7-B785-90CD-46DD-A882BF3B4CD6}"/>
              </a:ext>
            </a:extLst>
          </p:cNvPr>
          <p:cNvPicPr>
            <a:picLocks noChangeAspect="1"/>
          </p:cNvPicPr>
          <p:nvPr/>
        </p:nvPicPr>
        <p:blipFill>
          <a:blip r:embed="rId5"/>
          <a:stretch>
            <a:fillRect/>
          </a:stretch>
        </p:blipFill>
        <p:spPr>
          <a:xfrm>
            <a:off x="5861920" y="3430499"/>
            <a:ext cx="4255032" cy="3034102"/>
          </a:xfrm>
          <a:prstGeom prst="rect">
            <a:avLst/>
          </a:prstGeom>
        </p:spPr>
      </p:pic>
    </p:spTree>
    <p:extLst>
      <p:ext uri="{BB962C8B-B14F-4D97-AF65-F5344CB8AC3E}">
        <p14:creationId xmlns:p14="http://schemas.microsoft.com/office/powerpoint/2010/main" val="1193863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C5029-0FE6-612A-4E54-C7F9F56B6591}"/>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99473AA5-9A93-32CE-91E7-250D1395CC84}"/>
              </a:ext>
            </a:extLst>
          </p:cNvPr>
          <p:cNvPicPr>
            <a:picLocks noChangeAspect="1"/>
          </p:cNvPicPr>
          <p:nvPr/>
        </p:nvPicPr>
        <p:blipFill>
          <a:blip r:embed="rId2"/>
          <a:stretch>
            <a:fillRect/>
          </a:stretch>
        </p:blipFill>
        <p:spPr>
          <a:xfrm>
            <a:off x="10521970" y="6148592"/>
            <a:ext cx="1534890" cy="632019"/>
          </a:xfrm>
          <a:prstGeom prst="rect">
            <a:avLst/>
          </a:prstGeom>
        </p:spPr>
      </p:pic>
      <p:pic>
        <p:nvPicPr>
          <p:cNvPr id="4" name="Picture 3">
            <a:extLst>
              <a:ext uri="{FF2B5EF4-FFF2-40B4-BE49-F238E27FC236}">
                <a16:creationId xmlns:a16="http://schemas.microsoft.com/office/drawing/2014/main" id="{5A8D15EB-0767-88A2-4DD0-F4C5660DF398}"/>
              </a:ext>
            </a:extLst>
          </p:cNvPr>
          <p:cNvPicPr>
            <a:picLocks noChangeAspect="1"/>
          </p:cNvPicPr>
          <p:nvPr/>
        </p:nvPicPr>
        <p:blipFill>
          <a:blip r:embed="rId3"/>
          <a:stretch>
            <a:fillRect/>
          </a:stretch>
        </p:blipFill>
        <p:spPr>
          <a:xfrm>
            <a:off x="6863024" y="2576348"/>
            <a:ext cx="5193836" cy="3495079"/>
          </a:xfrm>
          <a:prstGeom prst="rect">
            <a:avLst/>
          </a:prstGeom>
        </p:spPr>
      </p:pic>
      <p:sp>
        <p:nvSpPr>
          <p:cNvPr id="5" name="TextBox 4">
            <a:extLst>
              <a:ext uri="{FF2B5EF4-FFF2-40B4-BE49-F238E27FC236}">
                <a16:creationId xmlns:a16="http://schemas.microsoft.com/office/drawing/2014/main" id="{18990C3C-EFD6-60BA-7F41-02EB5F989A9E}"/>
              </a:ext>
            </a:extLst>
          </p:cNvPr>
          <p:cNvSpPr txBox="1"/>
          <p:nvPr/>
        </p:nvSpPr>
        <p:spPr>
          <a:xfrm>
            <a:off x="226142" y="90291"/>
            <a:ext cx="3346750"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solidFill>
                  <a:srgbClr val="FF0000"/>
                </a:solidFill>
              </a:rPr>
              <a:t>Hypothesis testing</a:t>
            </a:r>
            <a:endParaRPr lang="en-IN" sz="2800" dirty="0">
              <a:solidFill>
                <a:srgbClr val="FF0000"/>
              </a:solidFill>
            </a:endParaRPr>
          </a:p>
        </p:txBody>
      </p:sp>
      <p:sp>
        <p:nvSpPr>
          <p:cNvPr id="7" name="TextBox 6">
            <a:extLst>
              <a:ext uri="{FF2B5EF4-FFF2-40B4-BE49-F238E27FC236}">
                <a16:creationId xmlns:a16="http://schemas.microsoft.com/office/drawing/2014/main" id="{61B0866A-A903-29C5-44BA-622986120526}"/>
              </a:ext>
            </a:extLst>
          </p:cNvPr>
          <p:cNvSpPr txBox="1"/>
          <p:nvPr/>
        </p:nvSpPr>
        <p:spPr>
          <a:xfrm>
            <a:off x="254451" y="3009271"/>
            <a:ext cx="6636882" cy="3139321"/>
          </a:xfrm>
          <a:prstGeom prst="rect">
            <a:avLst/>
          </a:prstGeom>
          <a:noFill/>
        </p:spPr>
        <p:txBody>
          <a:bodyPr wrap="square">
            <a:spAutoFit/>
          </a:bodyPr>
          <a:lstStyle/>
          <a:p>
            <a:pPr>
              <a:buNone/>
            </a:pPr>
            <a:r>
              <a:rPr lang="en-US" dirty="0"/>
              <a:t>The ANOVA test produced an F-statistic of approximately </a:t>
            </a:r>
            <a:r>
              <a:rPr lang="en-US" b="1" dirty="0"/>
              <a:t>1.12</a:t>
            </a:r>
            <a:r>
              <a:rPr lang="en-US" dirty="0"/>
              <a:t> and a </a:t>
            </a:r>
            <a:r>
              <a:rPr lang="en-US" b="1" dirty="0"/>
              <a:t>p-value of 0.28</a:t>
            </a:r>
            <a:r>
              <a:rPr lang="en-US" dirty="0"/>
              <a:t>. Since the p-value is greater than the chosen significance level (α = 0.05), the null hypothesis was not rejected. This indicates that there is </a:t>
            </a:r>
            <a:r>
              <a:rPr lang="en-US" b="1" dirty="0"/>
              <a:t>no statistically significant difference</a:t>
            </a:r>
            <a:r>
              <a:rPr lang="en-US" dirty="0"/>
              <a:t> in company ratings across different experience levels. From a business and career perspective, this result suggests that higher experience requirements do not necessarily correspond to better-rated companies, emphasizing that job seekers should evaluate roles based on multiple factors such as skills, location, role fit, and growth opportunities rather than assuming experience level alone reflects employer quality.</a:t>
            </a:r>
          </a:p>
        </p:txBody>
      </p:sp>
      <p:sp>
        <p:nvSpPr>
          <p:cNvPr id="9" name="TextBox 8">
            <a:extLst>
              <a:ext uri="{FF2B5EF4-FFF2-40B4-BE49-F238E27FC236}">
                <a16:creationId xmlns:a16="http://schemas.microsoft.com/office/drawing/2014/main" id="{17AFEE97-6FBD-1814-9FA2-C242BAB3C22A}"/>
              </a:ext>
            </a:extLst>
          </p:cNvPr>
          <p:cNvSpPr txBox="1"/>
          <p:nvPr/>
        </p:nvSpPr>
        <p:spPr>
          <a:xfrm>
            <a:off x="254450" y="526424"/>
            <a:ext cx="11937549" cy="2308324"/>
          </a:xfrm>
          <a:prstGeom prst="rect">
            <a:avLst/>
          </a:prstGeom>
          <a:noFill/>
        </p:spPr>
        <p:txBody>
          <a:bodyPr wrap="square">
            <a:spAutoFit/>
          </a:bodyPr>
          <a:lstStyle/>
          <a:p>
            <a:pPr>
              <a:buNone/>
            </a:pPr>
            <a:r>
              <a:rPr lang="en-US" dirty="0"/>
              <a:t>Hypothesis testing in this project was performed to statistically examine whether </a:t>
            </a:r>
            <a:r>
              <a:rPr lang="en-US" b="1" dirty="0"/>
              <a:t>company ratings vary significantly across different experience levels</a:t>
            </a:r>
            <a:r>
              <a:rPr lang="en-US" dirty="0"/>
              <a:t> in job postings scraped from Naukri.com. A </a:t>
            </a:r>
            <a:r>
              <a:rPr lang="en-US" b="1" dirty="0"/>
              <a:t>one-way ANOVA (Analysis of Variance)</a:t>
            </a:r>
            <a:r>
              <a:rPr lang="en-US" dirty="0"/>
              <a:t> test was selected because the independent variable, </a:t>
            </a:r>
            <a:r>
              <a:rPr lang="en-US" i="1" dirty="0"/>
              <a:t>Experience</a:t>
            </a:r>
            <a:r>
              <a:rPr lang="en-US" dirty="0"/>
              <a:t>, is categorical (different experience ranges), while the dependent variable, </a:t>
            </a:r>
            <a:r>
              <a:rPr lang="en-US" i="1" dirty="0" err="1"/>
              <a:t>Company_ratings</a:t>
            </a:r>
            <a:r>
              <a:rPr lang="en-US" dirty="0"/>
              <a:t>, is numerical. The null hypothesis (H₀) stated that there is no significant difference in the average company ratings across experience groups, whereas the alternative hypothesis (H₁) stated that at least one experience group has a significantly different average rating. Before applying ANOVA, the data was cleaned by removing missing values, converting ratings to numeric format, and filtering experience groups with sufficient sample size to ensure statistical validity.</a:t>
            </a:r>
          </a:p>
        </p:txBody>
      </p:sp>
    </p:spTree>
    <p:extLst>
      <p:ext uri="{BB962C8B-B14F-4D97-AF65-F5344CB8AC3E}">
        <p14:creationId xmlns:p14="http://schemas.microsoft.com/office/powerpoint/2010/main" val="3790115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9112-D9C0-0B8B-1A26-6AFDECAEF2C5}"/>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63C77D70-7643-79E1-E85E-A2B96531C7F2}"/>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6" name="TextBox 5">
            <a:extLst>
              <a:ext uri="{FF2B5EF4-FFF2-40B4-BE49-F238E27FC236}">
                <a16:creationId xmlns:a16="http://schemas.microsoft.com/office/drawing/2014/main" id="{044F7BF3-34FC-2A2D-7550-421918B08C14}"/>
              </a:ext>
            </a:extLst>
          </p:cNvPr>
          <p:cNvSpPr txBox="1"/>
          <p:nvPr/>
        </p:nvSpPr>
        <p:spPr>
          <a:xfrm>
            <a:off x="206477" y="94120"/>
            <a:ext cx="6096000" cy="3046988"/>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FF0000"/>
                </a:solidFill>
                <a:effectLst/>
                <a:latin typeface="system-ui"/>
              </a:rPr>
              <a:t>Job Role Trends</a:t>
            </a:r>
          </a:p>
          <a:p>
            <a:pPr algn="l">
              <a:buNone/>
            </a:pPr>
            <a:r>
              <a:rPr lang="en-US" sz="2400" b="0" i="0" dirty="0">
                <a:effectLst/>
                <a:latin typeface="system-ui"/>
              </a:rPr>
              <a:t>The most frequently occurring roles are:</a:t>
            </a:r>
          </a:p>
          <a:p>
            <a:pPr marL="457200" indent="-457200" algn="l">
              <a:buFont typeface="+mj-lt"/>
              <a:buAutoNum type="arabicPeriod"/>
            </a:pPr>
            <a:r>
              <a:rPr lang="en-US" sz="2400" b="0" i="0" dirty="0">
                <a:effectLst/>
                <a:latin typeface="system-ui"/>
              </a:rPr>
              <a:t>Data Scientist – 96 jobs</a:t>
            </a:r>
          </a:p>
          <a:p>
            <a:pPr marL="457200" indent="-457200" algn="l">
              <a:buFont typeface="+mj-lt"/>
              <a:buAutoNum type="arabicPeriod"/>
            </a:pPr>
            <a:r>
              <a:rPr lang="en-US" sz="2400" b="0" i="0" dirty="0">
                <a:effectLst/>
                <a:latin typeface="system-ui"/>
              </a:rPr>
              <a:t>Data Analyst – 74 jobs</a:t>
            </a:r>
          </a:p>
          <a:p>
            <a:pPr marL="457200" indent="-457200" algn="l">
              <a:buFont typeface="+mj-lt"/>
              <a:buAutoNum type="arabicPeriod"/>
            </a:pPr>
            <a:r>
              <a:rPr lang="en-US" sz="2400" b="0" i="0" dirty="0">
                <a:effectLst/>
                <a:latin typeface="system-ui"/>
              </a:rPr>
              <a:t>Data Engineer – 55 jobs</a:t>
            </a:r>
          </a:p>
          <a:p>
            <a:pPr marL="457200" indent="-457200" algn="l">
              <a:buFont typeface="+mj-lt"/>
              <a:buAutoNum type="arabicPeriod"/>
            </a:pPr>
            <a:r>
              <a:rPr lang="en-US" sz="2400" b="0" i="0" dirty="0">
                <a:effectLst/>
                <a:latin typeface="system-ui"/>
              </a:rPr>
              <a:t>Machine Learning Engineer – 30 jobs</a:t>
            </a:r>
          </a:p>
          <a:p>
            <a:pPr marL="457200" indent="-457200" algn="l">
              <a:buFont typeface="+mj-lt"/>
              <a:buAutoNum type="arabicPeriod"/>
            </a:pPr>
            <a:r>
              <a:rPr lang="en-US" sz="2400" b="0" i="0" dirty="0">
                <a:effectLst/>
                <a:latin typeface="system-ui"/>
              </a:rPr>
              <a:t>AI / ML Engineer – 27 jobs</a:t>
            </a:r>
          </a:p>
          <a:p>
            <a:pPr marL="457200" indent="-457200" algn="l">
              <a:buFont typeface="+mj-lt"/>
              <a:buAutoNum type="arabicPeriod"/>
            </a:pPr>
            <a:r>
              <a:rPr lang="en-US" sz="2400" b="0" i="0" dirty="0">
                <a:effectLst/>
                <a:latin typeface="system-ui"/>
              </a:rPr>
              <a:t>Custom Software Engineer – 27 jobs</a:t>
            </a:r>
          </a:p>
        </p:txBody>
      </p:sp>
      <p:sp>
        <p:nvSpPr>
          <p:cNvPr id="10" name="TextBox 9">
            <a:extLst>
              <a:ext uri="{FF2B5EF4-FFF2-40B4-BE49-F238E27FC236}">
                <a16:creationId xmlns:a16="http://schemas.microsoft.com/office/drawing/2014/main" id="{C3DEFD90-AE91-20C5-D93D-3E77B7D3E383}"/>
              </a:ext>
            </a:extLst>
          </p:cNvPr>
          <p:cNvSpPr txBox="1"/>
          <p:nvPr/>
        </p:nvSpPr>
        <p:spPr>
          <a:xfrm>
            <a:off x="206477" y="3171392"/>
            <a:ext cx="6941574" cy="3293209"/>
          </a:xfrm>
          <a:prstGeom prst="rect">
            <a:avLst/>
          </a:prstGeom>
          <a:noFill/>
        </p:spPr>
        <p:txBody>
          <a:bodyPr wrap="square">
            <a:spAutoFit/>
          </a:bodyPr>
          <a:lstStyle/>
          <a:p>
            <a:pPr marL="457200" indent="-457200" algn="l">
              <a:buFont typeface="Wingdings" panose="05000000000000000000" pitchFamily="2" charset="2"/>
              <a:buChar char="Ø"/>
            </a:pPr>
            <a:r>
              <a:rPr lang="en-US" sz="2800" b="0" i="0" dirty="0">
                <a:solidFill>
                  <a:srgbClr val="FF0000"/>
                </a:solidFill>
                <a:effectLst/>
                <a:latin typeface="system-ui"/>
              </a:rPr>
              <a:t>Experience Demand</a:t>
            </a:r>
          </a:p>
          <a:p>
            <a:pPr algn="l">
              <a:buNone/>
            </a:pPr>
            <a:r>
              <a:rPr lang="en-US" sz="2000" b="0" i="0" dirty="0">
                <a:effectLst/>
                <a:latin typeface="system-ui"/>
              </a:rPr>
              <a:t>Most demanded experience ranges:</a:t>
            </a:r>
          </a:p>
          <a:p>
            <a:pPr algn="l">
              <a:buNone/>
            </a:pPr>
            <a:r>
              <a:rPr lang="en-US" sz="2000" b="0" i="0" dirty="0">
                <a:effectLst/>
                <a:latin typeface="system-ui"/>
              </a:rPr>
              <a:t>5–10 years – 109 jobs</a:t>
            </a:r>
          </a:p>
          <a:p>
            <a:pPr algn="l">
              <a:buNone/>
            </a:pPr>
            <a:r>
              <a:rPr lang="en-US" sz="2000" b="0" i="0" dirty="0">
                <a:effectLst/>
                <a:latin typeface="system-ui"/>
              </a:rPr>
              <a:t>3–8 years – 84 jobs</a:t>
            </a:r>
          </a:p>
          <a:p>
            <a:pPr algn="l">
              <a:buNone/>
            </a:pPr>
            <a:r>
              <a:rPr lang="en-US" sz="2000" b="0" i="0" dirty="0">
                <a:effectLst/>
                <a:latin typeface="system-ui"/>
              </a:rPr>
              <a:t>2–5 years – 77 jobs</a:t>
            </a:r>
          </a:p>
          <a:p>
            <a:pPr algn="l">
              <a:buNone/>
            </a:pPr>
            <a:r>
              <a:rPr lang="en-US" sz="2000" b="0" i="0" dirty="0">
                <a:effectLst/>
                <a:latin typeface="system-ui"/>
              </a:rPr>
              <a:t>5–8 years – 75 jobs</a:t>
            </a:r>
          </a:p>
          <a:p>
            <a:pPr algn="l">
              <a:buNone/>
            </a:pPr>
            <a:r>
              <a:rPr lang="en-US" sz="2000" b="0" i="0" dirty="0">
                <a:effectLst/>
                <a:latin typeface="system-ui"/>
              </a:rPr>
              <a:t>1–3 years – 38 jobs</a:t>
            </a:r>
          </a:p>
          <a:p>
            <a:pPr algn="l">
              <a:buNone/>
            </a:pPr>
            <a:r>
              <a:rPr lang="en-US" sz="2000" b="0" i="0" dirty="0">
                <a:effectLst/>
                <a:latin typeface="system-ui"/>
              </a:rPr>
              <a:t>Insight:</a:t>
            </a:r>
          </a:p>
          <a:p>
            <a:pPr algn="l">
              <a:buNone/>
            </a:pPr>
            <a:r>
              <a:rPr lang="en-US" sz="2000" b="0" i="0" dirty="0">
                <a:effectLst/>
                <a:latin typeface="system-ui"/>
              </a:rPr>
              <a:t>Majority of jobs target mid-level professionals (2–10 years).</a:t>
            </a:r>
          </a:p>
          <a:p>
            <a:pPr algn="l">
              <a:buNone/>
            </a:pPr>
            <a:r>
              <a:rPr lang="en-US" sz="2000" b="0" i="0" dirty="0">
                <a:effectLst/>
                <a:latin typeface="system-ui"/>
              </a:rPr>
              <a:t>Fewer roles are available for complete freshers.</a:t>
            </a:r>
            <a:endParaRPr lang="en-US" b="0" i="0" dirty="0">
              <a:effectLst/>
              <a:latin typeface="system-ui"/>
            </a:endParaRPr>
          </a:p>
        </p:txBody>
      </p:sp>
      <p:cxnSp>
        <p:nvCxnSpPr>
          <p:cNvPr id="12" name="Straight Connector 11">
            <a:extLst>
              <a:ext uri="{FF2B5EF4-FFF2-40B4-BE49-F238E27FC236}">
                <a16:creationId xmlns:a16="http://schemas.microsoft.com/office/drawing/2014/main" id="{B56CF856-D878-40CF-1A13-D57C08922956}"/>
              </a:ext>
            </a:extLst>
          </p:cNvPr>
          <p:cNvCxnSpPr/>
          <p:nvPr/>
        </p:nvCxnSpPr>
        <p:spPr>
          <a:xfrm>
            <a:off x="6037006" y="491613"/>
            <a:ext cx="78658" cy="5073446"/>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11818BB-02EB-2777-A04D-BBF594BD32E9}"/>
              </a:ext>
            </a:extLst>
          </p:cNvPr>
          <p:cNvSpPr txBox="1"/>
          <p:nvPr/>
        </p:nvSpPr>
        <p:spPr>
          <a:xfrm>
            <a:off x="6204156" y="1622322"/>
            <a:ext cx="6096000" cy="3046988"/>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FF0000"/>
                </a:solidFill>
                <a:effectLst/>
                <a:latin typeface="system-ui"/>
              </a:rPr>
              <a:t>Salary Information</a:t>
            </a:r>
          </a:p>
          <a:p>
            <a:pPr marL="342900" indent="-342900" algn="l">
              <a:buFont typeface="Wingdings" panose="05000000000000000000" pitchFamily="2" charset="2"/>
              <a:buChar char="Ø"/>
            </a:pPr>
            <a:endParaRPr lang="en-US" sz="2400" b="0" i="0" dirty="0">
              <a:solidFill>
                <a:srgbClr val="FF0000"/>
              </a:solidFill>
              <a:effectLst/>
              <a:latin typeface="system-ui"/>
            </a:endParaRPr>
          </a:p>
          <a:p>
            <a:pPr algn="l">
              <a:buNone/>
            </a:pPr>
            <a:r>
              <a:rPr lang="en-US" sz="2400" b="0" i="0" dirty="0">
                <a:effectLst/>
                <a:latin typeface="system-ui"/>
              </a:rPr>
              <a:t>Salary data is available for only 123 jobs (many postings hide salary).</a:t>
            </a:r>
          </a:p>
          <a:p>
            <a:pPr algn="l">
              <a:buNone/>
            </a:pPr>
            <a:endParaRPr lang="en-US" sz="2400" b="0" i="0" dirty="0">
              <a:effectLst/>
              <a:latin typeface="system-ui"/>
            </a:endParaRPr>
          </a:p>
          <a:p>
            <a:pPr algn="l">
              <a:buNone/>
            </a:pPr>
            <a:r>
              <a:rPr lang="en-US" sz="2400" b="0" i="0" dirty="0">
                <a:effectLst/>
                <a:latin typeface="system-ui"/>
              </a:rPr>
              <a:t>Available salaries range across wide bands such as 5–30 LPA, showing strong earning potential in data-related roles.</a:t>
            </a:r>
          </a:p>
        </p:txBody>
      </p:sp>
    </p:spTree>
    <p:extLst>
      <p:ext uri="{BB962C8B-B14F-4D97-AF65-F5344CB8AC3E}">
        <p14:creationId xmlns:p14="http://schemas.microsoft.com/office/powerpoint/2010/main" val="301476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9C968-61DB-5ACD-7B87-2C3D778750DE}"/>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7BAE0069-F0F5-C80C-861B-D601EB3E0D65}"/>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4" name="TextBox 3">
            <a:extLst>
              <a:ext uri="{FF2B5EF4-FFF2-40B4-BE49-F238E27FC236}">
                <a16:creationId xmlns:a16="http://schemas.microsoft.com/office/drawing/2014/main" id="{26FF402D-4B2C-1301-78F7-BFAC1935ACC4}"/>
              </a:ext>
            </a:extLst>
          </p:cNvPr>
          <p:cNvSpPr txBox="1"/>
          <p:nvPr/>
        </p:nvSpPr>
        <p:spPr>
          <a:xfrm>
            <a:off x="117987" y="89448"/>
            <a:ext cx="9389808" cy="3847207"/>
          </a:xfrm>
          <a:prstGeom prst="rect">
            <a:avLst/>
          </a:prstGeom>
          <a:noFill/>
        </p:spPr>
        <p:txBody>
          <a:bodyPr wrap="square">
            <a:spAutoFit/>
          </a:bodyPr>
          <a:lstStyle/>
          <a:p>
            <a:pPr marL="285750" indent="-285750" algn="l">
              <a:buFont typeface="Wingdings" panose="05000000000000000000" pitchFamily="2" charset="2"/>
              <a:buChar char="Ø"/>
            </a:pPr>
            <a:r>
              <a:rPr lang="en-US" sz="2800" b="0" i="0" dirty="0">
                <a:solidFill>
                  <a:srgbClr val="FF0000"/>
                </a:solidFill>
                <a:effectLst/>
                <a:latin typeface="system-ui"/>
              </a:rPr>
              <a:t>INTERPRETATION</a:t>
            </a:r>
          </a:p>
          <a:p>
            <a:pPr algn="l">
              <a:buNone/>
            </a:pPr>
            <a:endParaRPr lang="en-US" sz="1400" dirty="0">
              <a:latin typeface="system-ui"/>
            </a:endParaRPr>
          </a:p>
          <a:p>
            <a:pPr marL="285750" indent="-285750" algn="l">
              <a:buFont typeface="Arial" panose="020B0604020202020204" pitchFamily="34" charset="0"/>
              <a:buChar char="•"/>
            </a:pPr>
            <a:r>
              <a:rPr lang="en-US" b="0" i="0" dirty="0">
                <a:effectLst/>
                <a:latin typeface="system-ui"/>
              </a:rPr>
              <a:t>The most in-demand roles are Data Scientist, Data Analyst, Data Engineer, and Machine Learning Engineer.</a:t>
            </a:r>
          </a:p>
          <a:p>
            <a:pPr marL="285750" indent="-285750" algn="l">
              <a:buFont typeface="Arial" panose="020B0604020202020204" pitchFamily="34" charset="0"/>
              <a:buChar char="•"/>
            </a:pPr>
            <a:r>
              <a:rPr lang="en-US" b="0" i="0" dirty="0">
                <a:effectLst/>
                <a:latin typeface="system-ui"/>
              </a:rPr>
              <a:t>Hyderabad appears as the dominant job location, either alone or in hybrid/multi-city formats, indicating strong regional demand.</a:t>
            </a:r>
          </a:p>
          <a:p>
            <a:pPr marL="285750" indent="-285750" algn="l">
              <a:buFont typeface="Arial" panose="020B0604020202020204" pitchFamily="34" charset="0"/>
              <a:buChar char="•"/>
            </a:pPr>
            <a:r>
              <a:rPr lang="en-US" b="0" i="0" dirty="0">
                <a:effectLst/>
                <a:latin typeface="system-ui"/>
              </a:rPr>
              <a:t>Most opportunities target mid-level professionals, especially in the 3–10 years experience range.</a:t>
            </a:r>
          </a:p>
          <a:p>
            <a:pPr marL="285750" indent="-285750" algn="l">
              <a:buFont typeface="Arial" panose="020B0604020202020204" pitchFamily="34" charset="0"/>
              <a:buChar char="•"/>
            </a:pPr>
            <a:r>
              <a:rPr lang="en-US" b="0" i="0" dirty="0">
                <a:effectLst/>
                <a:latin typeface="system-ui"/>
              </a:rPr>
              <a:t>Salaries vary widely, with many roles offering packages between 5–30 Lacs per annum, showing strong earning potential in data-related careers.</a:t>
            </a:r>
          </a:p>
          <a:p>
            <a:pPr marL="285750" indent="-285750" algn="l">
              <a:buFont typeface="Arial" panose="020B0604020202020204" pitchFamily="34" charset="0"/>
              <a:buChar char="•"/>
            </a:pPr>
            <a:r>
              <a:rPr lang="en-US" b="0" i="0" dirty="0">
                <a:effectLst/>
                <a:latin typeface="system-ui"/>
              </a:rPr>
              <a:t>Average company rating is around 3.6, giving students a benchmark for evaluating employers.</a:t>
            </a:r>
          </a:p>
          <a:p>
            <a:pPr marL="285750" indent="-285750" algn="l">
              <a:buFont typeface="Arial" panose="020B0604020202020204" pitchFamily="34" charset="0"/>
              <a:buChar char="•"/>
            </a:pPr>
            <a:r>
              <a:rPr lang="en-US" b="0" i="0" dirty="0">
                <a:effectLst/>
                <a:latin typeface="system-ui"/>
              </a:rPr>
              <a:t>A large portion of jobs are recently posted, proving that the scraping system captures fresh and relevant opportunities.</a:t>
            </a:r>
          </a:p>
        </p:txBody>
      </p:sp>
    </p:spTree>
    <p:extLst>
      <p:ext uri="{BB962C8B-B14F-4D97-AF65-F5344CB8AC3E}">
        <p14:creationId xmlns:p14="http://schemas.microsoft.com/office/powerpoint/2010/main" val="3747445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115A-B7C5-8BFC-EEB1-0F5CCFA3B197}"/>
            </a:ext>
          </a:extLst>
        </p:cNvPr>
        <p:cNvGrpSpPr/>
        <p:nvPr/>
      </p:nvGrpSpPr>
      <p:grpSpPr>
        <a:xfrm>
          <a:off x="0" y="0"/>
          <a:ext cx="0" cy="0"/>
          <a:chOff x="0" y="0"/>
          <a:chExt cx="0" cy="0"/>
        </a:xfrm>
      </p:grpSpPr>
      <p:pic>
        <p:nvPicPr>
          <p:cNvPr id="2" name="Picture 1" descr="A logo with red circles and black background&#10;&#10;AI-generated content may be incorrect.">
            <a:extLst>
              <a:ext uri="{FF2B5EF4-FFF2-40B4-BE49-F238E27FC236}">
                <a16:creationId xmlns:a16="http://schemas.microsoft.com/office/drawing/2014/main" id="{860FD510-1B12-1B67-908B-CB4F24A9E828}"/>
              </a:ext>
            </a:extLst>
          </p:cNvPr>
          <p:cNvPicPr>
            <a:picLocks noChangeAspect="1"/>
          </p:cNvPicPr>
          <p:nvPr/>
        </p:nvPicPr>
        <p:blipFill>
          <a:blip r:embed="rId2"/>
          <a:stretch>
            <a:fillRect/>
          </a:stretch>
        </p:blipFill>
        <p:spPr>
          <a:xfrm>
            <a:off x="10521970" y="6148592"/>
            <a:ext cx="1534890" cy="632019"/>
          </a:xfrm>
          <a:prstGeom prst="rect">
            <a:avLst/>
          </a:prstGeom>
        </p:spPr>
      </p:pic>
      <p:sp>
        <p:nvSpPr>
          <p:cNvPr id="4" name="TextBox 3">
            <a:extLst>
              <a:ext uri="{FF2B5EF4-FFF2-40B4-BE49-F238E27FC236}">
                <a16:creationId xmlns:a16="http://schemas.microsoft.com/office/drawing/2014/main" id="{266A5606-0C6C-0B2F-B8BA-17928F2B02B1}"/>
              </a:ext>
            </a:extLst>
          </p:cNvPr>
          <p:cNvSpPr txBox="1"/>
          <p:nvPr/>
        </p:nvSpPr>
        <p:spPr>
          <a:xfrm>
            <a:off x="147484" y="77389"/>
            <a:ext cx="12044516" cy="2215991"/>
          </a:xfrm>
          <a:prstGeom prst="rect">
            <a:avLst/>
          </a:prstGeom>
          <a:noFill/>
        </p:spPr>
        <p:txBody>
          <a:bodyPr wrap="square">
            <a:spAutoFit/>
          </a:bodyPr>
          <a:lstStyle/>
          <a:p>
            <a:pPr marL="457200" indent="-457200" algn="l">
              <a:spcBef>
                <a:spcPts val="907"/>
              </a:spcBef>
              <a:spcAft>
                <a:spcPts val="1210"/>
              </a:spcAft>
              <a:buFont typeface="Wingdings" panose="05000000000000000000" pitchFamily="2" charset="2"/>
              <a:buChar char="Ø"/>
            </a:pPr>
            <a:r>
              <a:rPr lang="en-IN" sz="2800" b="0" i="0" dirty="0">
                <a:solidFill>
                  <a:srgbClr val="FF0000"/>
                </a:solidFill>
                <a:effectLst/>
                <a:latin typeface="system-ui"/>
              </a:rPr>
              <a:t>Final Conclusion</a:t>
            </a:r>
          </a:p>
          <a:p>
            <a:pPr algn="l">
              <a:buNone/>
            </a:pPr>
            <a:r>
              <a:rPr lang="en-IN" sz="2000" b="0" i="0" dirty="0">
                <a:effectLst/>
                <a:latin typeface="system-ui"/>
              </a:rPr>
              <a:t>Overall, this project proves that web scraping can be transformed into a practical job assistance system that:</a:t>
            </a:r>
          </a:p>
          <a:p>
            <a:pPr marL="342900" indent="-342900" algn="l">
              <a:buFont typeface="Wingdings" panose="05000000000000000000" pitchFamily="2" charset="2"/>
              <a:buChar char="ü"/>
            </a:pPr>
            <a:r>
              <a:rPr lang="en-IN" sz="2000" b="0" i="0" dirty="0">
                <a:effectLst/>
                <a:latin typeface="system-ui"/>
              </a:rPr>
              <a:t>Helps students and alumni discover relevant jobs faster</a:t>
            </a:r>
          </a:p>
          <a:p>
            <a:pPr marL="342900" indent="-342900" algn="l">
              <a:buFont typeface="Wingdings" panose="05000000000000000000" pitchFamily="2" charset="2"/>
              <a:buChar char="ü"/>
            </a:pPr>
            <a:r>
              <a:rPr lang="en-IN" sz="2000" b="0" i="0" dirty="0">
                <a:effectLst/>
                <a:latin typeface="system-ui"/>
              </a:rPr>
              <a:t>Improves placement outcomes for institutions</a:t>
            </a:r>
          </a:p>
          <a:p>
            <a:pPr marL="342900" indent="-342900" algn="l">
              <a:buFont typeface="Wingdings" panose="05000000000000000000" pitchFamily="2" charset="2"/>
              <a:buChar char="ü"/>
            </a:pPr>
            <a:r>
              <a:rPr lang="en-IN" sz="2000" b="0" i="0" dirty="0">
                <a:effectLst/>
                <a:latin typeface="system-ui"/>
              </a:rPr>
              <a:t>Provides market intelligence for curriculum planning</a:t>
            </a:r>
          </a:p>
          <a:p>
            <a:pPr marL="342900" indent="-342900" algn="l">
              <a:buFont typeface="Wingdings" panose="05000000000000000000" pitchFamily="2" charset="2"/>
              <a:buChar char="ü"/>
            </a:pPr>
            <a:r>
              <a:rPr lang="en-IN" sz="2000" b="0" i="0" dirty="0">
                <a:effectLst/>
                <a:latin typeface="system-ui"/>
              </a:rPr>
              <a:t>Enables data-driven career guidance</a:t>
            </a:r>
          </a:p>
        </p:txBody>
      </p:sp>
      <p:sp>
        <p:nvSpPr>
          <p:cNvPr id="5" name="TextBox 4">
            <a:extLst>
              <a:ext uri="{FF2B5EF4-FFF2-40B4-BE49-F238E27FC236}">
                <a16:creationId xmlns:a16="http://schemas.microsoft.com/office/drawing/2014/main" id="{43B4D907-2ADD-A987-B5F3-46C70C62E23F}"/>
              </a:ext>
            </a:extLst>
          </p:cNvPr>
          <p:cNvSpPr txBox="1"/>
          <p:nvPr/>
        </p:nvSpPr>
        <p:spPr>
          <a:xfrm>
            <a:off x="2929812" y="5752369"/>
            <a:ext cx="6097554"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C00000"/>
                </a:solidFill>
                <a:effectLst/>
                <a:latin typeface="Libre Baskerville" panose="020F0502020204030204" pitchFamily="2" charset="0"/>
              </a:rPr>
              <a:t>THANK YOU</a:t>
            </a:r>
            <a:endParaRPr kumimoji="0" lang="en-US" altLang="en-US" sz="1000" b="0" i="0" u="none" strike="noStrike" cap="none" normalizeH="0" baseline="0" dirty="0">
              <a:ln>
                <a:noFill/>
              </a:ln>
              <a:solidFill>
                <a:schemeClr val="tx1"/>
              </a:solidFill>
              <a:effectLst/>
            </a:endParaRPr>
          </a:p>
        </p:txBody>
      </p:sp>
      <p:pic>
        <p:nvPicPr>
          <p:cNvPr id="6" name="Picture 2">
            <a:extLst>
              <a:ext uri="{FF2B5EF4-FFF2-40B4-BE49-F238E27FC236}">
                <a16:creationId xmlns:a16="http://schemas.microsoft.com/office/drawing/2014/main" id="{92073C00-991B-007F-F026-9A576CC4C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0377" y="2649894"/>
            <a:ext cx="4062445" cy="2578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016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1813</Words>
  <Application>Microsoft Office PowerPoint</Application>
  <PresentationFormat>Widescreen</PresentationFormat>
  <Paragraphs>110</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Aptos</vt:lpstr>
      <vt:lpstr>Aptos Display</vt:lpstr>
      <vt:lpstr>Arial</vt:lpstr>
      <vt:lpstr>Calibri</vt:lpstr>
      <vt:lpstr>Lato</vt:lpstr>
      <vt:lpstr>Libre Baskerville</vt:lpstr>
      <vt:lpstr>system-ui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Mir Aqdas Ali</dc:creator>
  <cp:lastModifiedBy>Mir Aqdas Ali</cp:lastModifiedBy>
  <cp:revision>3</cp:revision>
  <dcterms:created xsi:type="dcterms:W3CDTF">2026-01-30T11:21:40Z</dcterms:created>
  <dcterms:modified xsi:type="dcterms:W3CDTF">2026-01-31T04:22:04Z</dcterms:modified>
</cp:coreProperties>
</file>